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12"/>
  </p:notesMasterIdLst>
  <p:sldIdLst>
    <p:sldId id="256" r:id="rId2"/>
    <p:sldId id="260" r:id="rId3"/>
    <p:sldId id="265" r:id="rId4"/>
    <p:sldId id="313" r:id="rId5"/>
    <p:sldId id="314" r:id="rId6"/>
    <p:sldId id="315" r:id="rId7"/>
    <p:sldId id="316" r:id="rId8"/>
    <p:sldId id="317" r:id="rId9"/>
    <p:sldId id="318" r:id="rId10"/>
    <p:sldId id="319" r:id="rId11"/>
  </p:sldIdLst>
  <p:sldSz cx="9144000" cy="5143500" type="screen16x9"/>
  <p:notesSz cx="6858000" cy="9144000"/>
  <p:embeddedFontLst>
    <p:embeddedFont>
      <p:font typeface="Bebas Neue" panose="020B0604020202020204" charset="0"/>
      <p:regular r:id="rId13"/>
    </p:embeddedFont>
    <p:embeddedFont>
      <p:font typeface="Cairo" panose="020B0604020202020204" charset="-78"/>
      <p:regular r:id="rId14"/>
      <p:bold r:id="rId15"/>
    </p:embeddedFont>
    <p:embeddedFont>
      <p:font typeface="Cascadia Code" panose="020B0609020000020004" pitchFamily="49" charset="0"/>
      <p:regular r:id="rId16"/>
      <p:bold r:id="rId17"/>
      <p:italic r:id="rId18"/>
      <p:boldItalic r:id="rId19"/>
    </p:embeddedFont>
    <p:embeddedFont>
      <p:font typeface="Staatliches" panose="020B0604020202020204" charset="0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CEF4949-1025-4E3B-B423-99057FC3022E}">
  <a:tblStyle styleId="{1CEF4949-1025-4E3B-B423-99057FC302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4660"/>
  </p:normalViewPr>
  <p:slideViewPr>
    <p:cSldViewPr snapToGrid="0">
      <p:cViewPr>
        <p:scale>
          <a:sx n="75" d="100"/>
          <a:sy n="75" d="100"/>
        </p:scale>
        <p:origin x="1930" y="5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d9d240c11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d9d240c11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99f2f57a71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99f2f57a71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7b2dad823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7b2dad823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4" name="Google Shape;2544;g7b2dad8238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5" name="Google Shape;2545;g7b2dad8238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8321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4" name="Google Shape;2544;g7b2dad8238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5" name="Google Shape;2545;g7b2dad8238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94384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4" name="Google Shape;2544;g7b2dad8238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5" name="Google Shape;2545;g7b2dad8238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2176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4" name="Google Shape;2544;g7b2dad8238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5" name="Google Shape;2545;g7b2dad8238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35247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4" name="Google Shape;2544;g7b2dad8238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5" name="Google Shape;2545;g7b2dad8238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700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4" name="Google Shape;2544;g7b2dad8238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5" name="Google Shape;2545;g7b2dad8238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28278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3" name="Google Shape;2243;g7b2dad823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4" name="Google Shape;2244;g7b2dad823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9056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100" y="2926700"/>
            <a:ext cx="4287000" cy="86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121" y="3679025"/>
            <a:ext cx="4287000" cy="47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 idx="2"/>
          </p:nvPr>
        </p:nvSpPr>
        <p:spPr>
          <a:xfrm>
            <a:off x="713125" y="988675"/>
            <a:ext cx="2493000" cy="926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123371" y="3705937"/>
            <a:ext cx="932693" cy="1513429"/>
            <a:chOff x="5252475" y="3372998"/>
            <a:chExt cx="758596" cy="1230930"/>
          </a:xfrm>
        </p:grpSpPr>
        <p:sp>
          <p:nvSpPr>
            <p:cNvPr id="13" name="Google Shape;13;p2"/>
            <p:cNvSpPr/>
            <p:nvPr/>
          </p:nvSpPr>
          <p:spPr>
            <a:xfrm>
              <a:off x="5771697" y="3820417"/>
              <a:ext cx="239374" cy="336661"/>
            </a:xfrm>
            <a:custGeom>
              <a:avLst/>
              <a:gdLst/>
              <a:ahLst/>
              <a:cxnLst/>
              <a:rect l="l" t="t" r="r" b="b"/>
              <a:pathLst>
                <a:path w="3767" h="5298" extrusionOk="0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410574" y="4294652"/>
              <a:ext cx="348163" cy="188347"/>
            </a:xfrm>
            <a:custGeom>
              <a:avLst/>
              <a:gdLst/>
              <a:ahLst/>
              <a:cxnLst/>
              <a:rect l="l" t="t" r="r" b="b"/>
              <a:pathLst>
                <a:path w="5479" h="2964" extrusionOk="0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252475" y="3936514"/>
              <a:ext cx="364113" cy="233782"/>
            </a:xfrm>
            <a:custGeom>
              <a:avLst/>
              <a:gdLst/>
              <a:ahLst/>
              <a:cxnLst/>
              <a:rect l="l" t="t" r="r" b="b"/>
              <a:pathLst>
                <a:path w="5730" h="3679" extrusionOk="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284374" y="3372998"/>
              <a:ext cx="398936" cy="500925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387380" y="3373887"/>
              <a:ext cx="549728" cy="1230041"/>
            </a:xfrm>
            <a:custGeom>
              <a:avLst/>
              <a:gdLst/>
              <a:ahLst/>
              <a:cxnLst/>
              <a:rect l="l" t="t" r="r" b="b"/>
              <a:pathLst>
                <a:path w="8651" h="19357" fill="none" extrusionOk="0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813763" y="3819146"/>
              <a:ext cx="111776" cy="509186"/>
            </a:xfrm>
            <a:custGeom>
              <a:avLst/>
              <a:gdLst/>
              <a:ahLst/>
              <a:cxnLst/>
              <a:rect l="l" t="t" r="r" b="b"/>
              <a:pathLst>
                <a:path w="1759" h="8013" fill="none" extrusionOk="0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425062" y="4355846"/>
              <a:ext cx="448246" cy="107391"/>
            </a:xfrm>
            <a:custGeom>
              <a:avLst/>
              <a:gdLst/>
              <a:ahLst/>
              <a:cxnLst/>
              <a:rect l="l" t="t" r="r" b="b"/>
              <a:pathLst>
                <a:path w="7054" h="1690" fill="none" extrusionOk="0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274207" y="3985951"/>
              <a:ext cx="475825" cy="198769"/>
            </a:xfrm>
            <a:custGeom>
              <a:avLst/>
              <a:gdLst/>
              <a:ahLst/>
              <a:cxnLst/>
              <a:rect l="l" t="t" r="r" b="b"/>
              <a:pathLst>
                <a:path w="7488" h="3128" fill="none" extrusionOk="0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381534" y="3748103"/>
              <a:ext cx="194448" cy="47913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320658" y="3620441"/>
              <a:ext cx="201628" cy="4797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306107" y="3495703"/>
              <a:ext cx="152381" cy="37809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title" idx="2"/>
          </p:nvPr>
        </p:nvSpPr>
        <p:spPr>
          <a:xfrm>
            <a:off x="950848" y="2095300"/>
            <a:ext cx="2297700" cy="558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title" idx="3"/>
          </p:nvPr>
        </p:nvSpPr>
        <p:spPr>
          <a:xfrm>
            <a:off x="5979250" y="2095300"/>
            <a:ext cx="2147400" cy="558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1"/>
          </p:nvPr>
        </p:nvSpPr>
        <p:spPr>
          <a:xfrm>
            <a:off x="5979253" y="2654202"/>
            <a:ext cx="2147400" cy="134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4"/>
          </p:nvPr>
        </p:nvSpPr>
        <p:spPr>
          <a:xfrm>
            <a:off x="950848" y="2654202"/>
            <a:ext cx="2297700" cy="134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5" name="Google Shape;55;p5"/>
          <p:cNvSpPr/>
          <p:nvPr/>
        </p:nvSpPr>
        <p:spPr>
          <a:xfrm rot="2700000">
            <a:off x="276569" y="540715"/>
            <a:ext cx="323260" cy="323260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5"/>
          <p:cNvSpPr/>
          <p:nvPr/>
        </p:nvSpPr>
        <p:spPr>
          <a:xfrm rot="2700000">
            <a:off x="100461" y="199661"/>
            <a:ext cx="250999" cy="252397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5"/>
          <p:cNvSpPr/>
          <p:nvPr/>
        </p:nvSpPr>
        <p:spPr>
          <a:xfrm rot="2700000">
            <a:off x="8508777" y="408376"/>
            <a:ext cx="470996" cy="470996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 rot="2700000">
            <a:off x="8840511" y="1069511"/>
            <a:ext cx="250999" cy="252397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 txBox="1">
            <a:spLocks noGrp="1"/>
          </p:cNvSpPr>
          <p:nvPr>
            <p:ph type="body" idx="1"/>
          </p:nvPr>
        </p:nvSpPr>
        <p:spPr>
          <a:xfrm>
            <a:off x="720000" y="1802513"/>
            <a:ext cx="4423500" cy="2616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>
                <a:solidFill>
                  <a:srgbClr val="434343"/>
                </a:solidFill>
              </a:defRPr>
            </a:lvl1pPr>
            <a:lvl2pPr marL="914400" lvl="1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302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2948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7"/>
          <p:cNvSpPr/>
          <p:nvPr/>
        </p:nvSpPr>
        <p:spPr>
          <a:xfrm rot="10800000" flipH="1">
            <a:off x="8258533" y="4439451"/>
            <a:ext cx="534109" cy="534130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7"/>
          <p:cNvSpPr/>
          <p:nvPr/>
        </p:nvSpPr>
        <p:spPr>
          <a:xfrm rot="10800000" flipH="1">
            <a:off x="7659323" y="4656947"/>
            <a:ext cx="368755" cy="368755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7"/>
          <p:cNvSpPr/>
          <p:nvPr/>
        </p:nvSpPr>
        <p:spPr>
          <a:xfrm rot="10800000" flipH="1">
            <a:off x="8697025" y="3861393"/>
            <a:ext cx="304157" cy="304157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" name="Google Shape;81;p7"/>
          <p:cNvGrpSpPr/>
          <p:nvPr/>
        </p:nvGrpSpPr>
        <p:grpSpPr>
          <a:xfrm rot="-8670632">
            <a:off x="8278162" y="-134177"/>
            <a:ext cx="932706" cy="1513449"/>
            <a:chOff x="5252475" y="3372998"/>
            <a:chExt cx="758596" cy="1230930"/>
          </a:xfrm>
        </p:grpSpPr>
        <p:sp>
          <p:nvSpPr>
            <p:cNvPr id="82" name="Google Shape;82;p7"/>
            <p:cNvSpPr/>
            <p:nvPr/>
          </p:nvSpPr>
          <p:spPr>
            <a:xfrm>
              <a:off x="5771697" y="3820417"/>
              <a:ext cx="239374" cy="336661"/>
            </a:xfrm>
            <a:custGeom>
              <a:avLst/>
              <a:gdLst/>
              <a:ahLst/>
              <a:cxnLst/>
              <a:rect l="l" t="t" r="r" b="b"/>
              <a:pathLst>
                <a:path w="3767" h="5298" extrusionOk="0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5410574" y="4294652"/>
              <a:ext cx="348163" cy="188347"/>
            </a:xfrm>
            <a:custGeom>
              <a:avLst/>
              <a:gdLst/>
              <a:ahLst/>
              <a:cxnLst/>
              <a:rect l="l" t="t" r="r" b="b"/>
              <a:pathLst>
                <a:path w="5479" h="2964" extrusionOk="0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5252475" y="3936514"/>
              <a:ext cx="364113" cy="233782"/>
            </a:xfrm>
            <a:custGeom>
              <a:avLst/>
              <a:gdLst/>
              <a:ahLst/>
              <a:cxnLst/>
              <a:rect l="l" t="t" r="r" b="b"/>
              <a:pathLst>
                <a:path w="5730" h="3679" extrusionOk="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7"/>
            <p:cNvSpPr/>
            <p:nvPr/>
          </p:nvSpPr>
          <p:spPr>
            <a:xfrm>
              <a:off x="5284374" y="3372998"/>
              <a:ext cx="398936" cy="500925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5387380" y="3373887"/>
              <a:ext cx="549728" cy="1230041"/>
            </a:xfrm>
            <a:custGeom>
              <a:avLst/>
              <a:gdLst/>
              <a:ahLst/>
              <a:cxnLst/>
              <a:rect l="l" t="t" r="r" b="b"/>
              <a:pathLst>
                <a:path w="8651" h="19357" fill="none" extrusionOk="0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7"/>
            <p:cNvSpPr/>
            <p:nvPr/>
          </p:nvSpPr>
          <p:spPr>
            <a:xfrm>
              <a:off x="5813763" y="3819146"/>
              <a:ext cx="111776" cy="509186"/>
            </a:xfrm>
            <a:custGeom>
              <a:avLst/>
              <a:gdLst/>
              <a:ahLst/>
              <a:cxnLst/>
              <a:rect l="l" t="t" r="r" b="b"/>
              <a:pathLst>
                <a:path w="1759" h="8013" fill="none" extrusionOk="0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5425062" y="4355846"/>
              <a:ext cx="448246" cy="107391"/>
            </a:xfrm>
            <a:custGeom>
              <a:avLst/>
              <a:gdLst/>
              <a:ahLst/>
              <a:cxnLst/>
              <a:rect l="l" t="t" r="r" b="b"/>
              <a:pathLst>
                <a:path w="7054" h="1690" fill="none" extrusionOk="0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5274207" y="3985951"/>
              <a:ext cx="475825" cy="198769"/>
            </a:xfrm>
            <a:custGeom>
              <a:avLst/>
              <a:gdLst/>
              <a:ahLst/>
              <a:cxnLst/>
              <a:rect l="l" t="t" r="r" b="b"/>
              <a:pathLst>
                <a:path w="7488" h="3128" fill="none" extrusionOk="0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7"/>
            <p:cNvSpPr/>
            <p:nvPr/>
          </p:nvSpPr>
          <p:spPr>
            <a:xfrm>
              <a:off x="5381534" y="3748103"/>
              <a:ext cx="194448" cy="47913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5320658" y="3620441"/>
              <a:ext cx="201628" cy="4797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7"/>
            <p:cNvSpPr/>
            <p:nvPr/>
          </p:nvSpPr>
          <p:spPr>
            <a:xfrm>
              <a:off x="5306107" y="3495703"/>
              <a:ext cx="152381" cy="37809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"/>
          <p:cNvSpPr txBox="1">
            <a:spLocks noGrp="1"/>
          </p:cNvSpPr>
          <p:nvPr>
            <p:ph type="title"/>
          </p:nvPr>
        </p:nvSpPr>
        <p:spPr>
          <a:xfrm>
            <a:off x="4572000" y="1715900"/>
            <a:ext cx="3858900" cy="73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14"/>
          <p:cNvSpPr txBox="1">
            <a:spLocks noGrp="1"/>
          </p:cNvSpPr>
          <p:nvPr>
            <p:ph type="subTitle" idx="1"/>
          </p:nvPr>
        </p:nvSpPr>
        <p:spPr>
          <a:xfrm>
            <a:off x="4572000" y="2454400"/>
            <a:ext cx="3858900" cy="97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256" name="Google Shape;256;p14"/>
          <p:cNvGrpSpPr/>
          <p:nvPr/>
        </p:nvGrpSpPr>
        <p:grpSpPr>
          <a:xfrm flipH="1">
            <a:off x="8318255" y="3705937"/>
            <a:ext cx="932693" cy="1513429"/>
            <a:chOff x="5252475" y="3372998"/>
            <a:chExt cx="758596" cy="1230930"/>
          </a:xfrm>
        </p:grpSpPr>
        <p:sp>
          <p:nvSpPr>
            <p:cNvPr id="257" name="Google Shape;257;p14"/>
            <p:cNvSpPr/>
            <p:nvPr/>
          </p:nvSpPr>
          <p:spPr>
            <a:xfrm>
              <a:off x="5771697" y="3820417"/>
              <a:ext cx="239374" cy="336661"/>
            </a:xfrm>
            <a:custGeom>
              <a:avLst/>
              <a:gdLst/>
              <a:ahLst/>
              <a:cxnLst/>
              <a:rect l="l" t="t" r="r" b="b"/>
              <a:pathLst>
                <a:path w="3767" h="5298" extrusionOk="0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5410574" y="4294652"/>
              <a:ext cx="348163" cy="188347"/>
            </a:xfrm>
            <a:custGeom>
              <a:avLst/>
              <a:gdLst/>
              <a:ahLst/>
              <a:cxnLst/>
              <a:rect l="l" t="t" r="r" b="b"/>
              <a:pathLst>
                <a:path w="5479" h="2964" extrusionOk="0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4"/>
            <p:cNvSpPr/>
            <p:nvPr/>
          </p:nvSpPr>
          <p:spPr>
            <a:xfrm>
              <a:off x="5252475" y="3936514"/>
              <a:ext cx="364113" cy="233782"/>
            </a:xfrm>
            <a:custGeom>
              <a:avLst/>
              <a:gdLst/>
              <a:ahLst/>
              <a:cxnLst/>
              <a:rect l="l" t="t" r="r" b="b"/>
              <a:pathLst>
                <a:path w="5730" h="3679" extrusionOk="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5284374" y="3372998"/>
              <a:ext cx="398936" cy="500925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5387380" y="3373887"/>
              <a:ext cx="549728" cy="1230041"/>
            </a:xfrm>
            <a:custGeom>
              <a:avLst/>
              <a:gdLst/>
              <a:ahLst/>
              <a:cxnLst/>
              <a:rect l="l" t="t" r="r" b="b"/>
              <a:pathLst>
                <a:path w="8651" h="19357" fill="none" extrusionOk="0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5813763" y="3819146"/>
              <a:ext cx="111776" cy="509186"/>
            </a:xfrm>
            <a:custGeom>
              <a:avLst/>
              <a:gdLst/>
              <a:ahLst/>
              <a:cxnLst/>
              <a:rect l="l" t="t" r="r" b="b"/>
              <a:pathLst>
                <a:path w="1759" h="8013" fill="none" extrusionOk="0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5425062" y="4355846"/>
              <a:ext cx="448246" cy="107391"/>
            </a:xfrm>
            <a:custGeom>
              <a:avLst/>
              <a:gdLst/>
              <a:ahLst/>
              <a:cxnLst/>
              <a:rect l="l" t="t" r="r" b="b"/>
              <a:pathLst>
                <a:path w="7054" h="1690" fill="none" extrusionOk="0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5274207" y="3985951"/>
              <a:ext cx="475825" cy="198769"/>
            </a:xfrm>
            <a:custGeom>
              <a:avLst/>
              <a:gdLst/>
              <a:ahLst/>
              <a:cxnLst/>
              <a:rect l="l" t="t" r="r" b="b"/>
              <a:pathLst>
                <a:path w="7488" h="3128" fill="none" extrusionOk="0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5381534" y="3748103"/>
              <a:ext cx="194448" cy="47913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5320658" y="3620441"/>
              <a:ext cx="201628" cy="4797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5306107" y="3495703"/>
              <a:ext cx="152381" cy="37809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8" name="Google Shape;268;p14"/>
          <p:cNvSpPr/>
          <p:nvPr/>
        </p:nvSpPr>
        <p:spPr>
          <a:xfrm rot="-5400000" flipH="1">
            <a:off x="105229" y="4110867"/>
            <a:ext cx="370803" cy="370803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4"/>
          <p:cNvSpPr/>
          <p:nvPr/>
        </p:nvSpPr>
        <p:spPr>
          <a:xfrm rot="-5400000" flipH="1">
            <a:off x="330575" y="4437350"/>
            <a:ext cx="488934" cy="488914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"/>
          <p:cNvSpPr txBox="1">
            <a:spLocks noGrp="1"/>
          </p:cNvSpPr>
          <p:nvPr>
            <p:ph type="title"/>
          </p:nvPr>
        </p:nvSpPr>
        <p:spPr>
          <a:xfrm>
            <a:off x="5537000" y="1642350"/>
            <a:ext cx="28941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16"/>
          <p:cNvSpPr txBox="1">
            <a:spLocks noGrp="1"/>
          </p:cNvSpPr>
          <p:nvPr>
            <p:ph type="subTitle" idx="1"/>
          </p:nvPr>
        </p:nvSpPr>
        <p:spPr>
          <a:xfrm>
            <a:off x="5537000" y="2215050"/>
            <a:ext cx="2894100" cy="130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292" name="Google Shape;292;p16"/>
          <p:cNvGrpSpPr/>
          <p:nvPr/>
        </p:nvGrpSpPr>
        <p:grpSpPr>
          <a:xfrm rot="1800091">
            <a:off x="8225064" y="3768244"/>
            <a:ext cx="932727" cy="1513483"/>
            <a:chOff x="5252475" y="3372998"/>
            <a:chExt cx="758596" cy="1230930"/>
          </a:xfrm>
        </p:grpSpPr>
        <p:sp>
          <p:nvSpPr>
            <p:cNvPr id="293" name="Google Shape;293;p16"/>
            <p:cNvSpPr/>
            <p:nvPr/>
          </p:nvSpPr>
          <p:spPr>
            <a:xfrm>
              <a:off x="5771697" y="3820417"/>
              <a:ext cx="239374" cy="336661"/>
            </a:xfrm>
            <a:custGeom>
              <a:avLst/>
              <a:gdLst/>
              <a:ahLst/>
              <a:cxnLst/>
              <a:rect l="l" t="t" r="r" b="b"/>
              <a:pathLst>
                <a:path w="3767" h="5298" extrusionOk="0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6"/>
            <p:cNvSpPr/>
            <p:nvPr/>
          </p:nvSpPr>
          <p:spPr>
            <a:xfrm>
              <a:off x="5410574" y="4294652"/>
              <a:ext cx="348163" cy="188347"/>
            </a:xfrm>
            <a:custGeom>
              <a:avLst/>
              <a:gdLst/>
              <a:ahLst/>
              <a:cxnLst/>
              <a:rect l="l" t="t" r="r" b="b"/>
              <a:pathLst>
                <a:path w="5479" h="2964" extrusionOk="0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6"/>
            <p:cNvSpPr/>
            <p:nvPr/>
          </p:nvSpPr>
          <p:spPr>
            <a:xfrm>
              <a:off x="5252475" y="3936514"/>
              <a:ext cx="364113" cy="233782"/>
            </a:xfrm>
            <a:custGeom>
              <a:avLst/>
              <a:gdLst/>
              <a:ahLst/>
              <a:cxnLst/>
              <a:rect l="l" t="t" r="r" b="b"/>
              <a:pathLst>
                <a:path w="5730" h="3679" extrusionOk="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6"/>
            <p:cNvSpPr/>
            <p:nvPr/>
          </p:nvSpPr>
          <p:spPr>
            <a:xfrm>
              <a:off x="5284374" y="3372998"/>
              <a:ext cx="398936" cy="500925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6"/>
            <p:cNvSpPr/>
            <p:nvPr/>
          </p:nvSpPr>
          <p:spPr>
            <a:xfrm>
              <a:off x="5387380" y="3373887"/>
              <a:ext cx="549728" cy="1230041"/>
            </a:xfrm>
            <a:custGeom>
              <a:avLst/>
              <a:gdLst/>
              <a:ahLst/>
              <a:cxnLst/>
              <a:rect l="l" t="t" r="r" b="b"/>
              <a:pathLst>
                <a:path w="8651" h="19357" fill="none" extrusionOk="0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6"/>
            <p:cNvSpPr/>
            <p:nvPr/>
          </p:nvSpPr>
          <p:spPr>
            <a:xfrm>
              <a:off x="5813763" y="3819146"/>
              <a:ext cx="111776" cy="509186"/>
            </a:xfrm>
            <a:custGeom>
              <a:avLst/>
              <a:gdLst/>
              <a:ahLst/>
              <a:cxnLst/>
              <a:rect l="l" t="t" r="r" b="b"/>
              <a:pathLst>
                <a:path w="1759" h="8013" fill="none" extrusionOk="0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6"/>
            <p:cNvSpPr/>
            <p:nvPr/>
          </p:nvSpPr>
          <p:spPr>
            <a:xfrm>
              <a:off x="5425062" y="4355846"/>
              <a:ext cx="448246" cy="107391"/>
            </a:xfrm>
            <a:custGeom>
              <a:avLst/>
              <a:gdLst/>
              <a:ahLst/>
              <a:cxnLst/>
              <a:rect l="l" t="t" r="r" b="b"/>
              <a:pathLst>
                <a:path w="7054" h="1690" fill="none" extrusionOk="0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6"/>
            <p:cNvSpPr/>
            <p:nvPr/>
          </p:nvSpPr>
          <p:spPr>
            <a:xfrm>
              <a:off x="5274207" y="3985951"/>
              <a:ext cx="475825" cy="198769"/>
            </a:xfrm>
            <a:custGeom>
              <a:avLst/>
              <a:gdLst/>
              <a:ahLst/>
              <a:cxnLst/>
              <a:rect l="l" t="t" r="r" b="b"/>
              <a:pathLst>
                <a:path w="7488" h="3128" fill="none" extrusionOk="0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6"/>
            <p:cNvSpPr/>
            <p:nvPr/>
          </p:nvSpPr>
          <p:spPr>
            <a:xfrm>
              <a:off x="5381534" y="3748103"/>
              <a:ext cx="194448" cy="47913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6"/>
            <p:cNvSpPr/>
            <p:nvPr/>
          </p:nvSpPr>
          <p:spPr>
            <a:xfrm>
              <a:off x="5320658" y="3620441"/>
              <a:ext cx="201628" cy="4797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6"/>
            <p:cNvSpPr/>
            <p:nvPr/>
          </p:nvSpPr>
          <p:spPr>
            <a:xfrm>
              <a:off x="5306107" y="3495703"/>
              <a:ext cx="152381" cy="37809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4" name="Google Shape;304;p16"/>
          <p:cNvSpPr/>
          <p:nvPr/>
        </p:nvSpPr>
        <p:spPr>
          <a:xfrm rot="10800000" flipH="1">
            <a:off x="8206538" y="129265"/>
            <a:ext cx="323252" cy="323252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6"/>
          <p:cNvSpPr/>
          <p:nvPr/>
        </p:nvSpPr>
        <p:spPr>
          <a:xfrm rot="10800000" flipH="1">
            <a:off x="8529800" y="581053"/>
            <a:ext cx="452876" cy="452876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_1_1">
    <p:bg>
      <p:bgPr>
        <a:solidFill>
          <a:schemeClr val="dk2"/>
        </a:solidFill>
        <a:effectLst/>
      </p:bgPr>
    </p:bg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_2"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0"/>
          <p:cNvSpPr/>
          <p:nvPr/>
        </p:nvSpPr>
        <p:spPr>
          <a:xfrm rot="8100000">
            <a:off x="8460529" y="1531072"/>
            <a:ext cx="404009" cy="404009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30"/>
          <p:cNvSpPr/>
          <p:nvPr/>
        </p:nvSpPr>
        <p:spPr>
          <a:xfrm rot="8100000">
            <a:off x="8764708" y="997550"/>
            <a:ext cx="313704" cy="315451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30"/>
          <p:cNvSpPr/>
          <p:nvPr/>
        </p:nvSpPr>
        <p:spPr>
          <a:xfrm rot="8100000">
            <a:off x="8162580" y="134785"/>
            <a:ext cx="650836" cy="650836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30"/>
          <p:cNvSpPr/>
          <p:nvPr/>
        </p:nvSpPr>
        <p:spPr>
          <a:xfrm rot="2700000">
            <a:off x="276569" y="4605415"/>
            <a:ext cx="323260" cy="323260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0"/>
          <p:cNvSpPr/>
          <p:nvPr/>
        </p:nvSpPr>
        <p:spPr>
          <a:xfrm rot="2700000">
            <a:off x="100461" y="4264361"/>
            <a:ext cx="250999" cy="252397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7" name="Google Shape;557;p30"/>
          <p:cNvGrpSpPr/>
          <p:nvPr/>
        </p:nvGrpSpPr>
        <p:grpSpPr>
          <a:xfrm>
            <a:off x="-120517" y="-69488"/>
            <a:ext cx="586031" cy="736432"/>
            <a:chOff x="-84151" y="785111"/>
            <a:chExt cx="490484" cy="616364"/>
          </a:xfrm>
        </p:grpSpPr>
        <p:sp>
          <p:nvSpPr>
            <p:cNvPr id="558" name="Google Shape;558;p30"/>
            <p:cNvSpPr/>
            <p:nvPr/>
          </p:nvSpPr>
          <p:spPr>
            <a:xfrm rot="10800000" flipH="1">
              <a:off x="-84151" y="785111"/>
              <a:ext cx="490484" cy="615879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0"/>
            <p:cNvSpPr/>
            <p:nvPr/>
          </p:nvSpPr>
          <p:spPr>
            <a:xfrm rot="10800000" flipH="1">
              <a:off x="35306" y="880890"/>
              <a:ext cx="239070" cy="58908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0"/>
            <p:cNvSpPr/>
            <p:nvPr/>
          </p:nvSpPr>
          <p:spPr>
            <a:xfrm rot="10800000" flipH="1">
              <a:off x="-39540" y="1037772"/>
              <a:ext cx="247899" cy="5898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0"/>
            <p:cNvSpPr/>
            <p:nvPr/>
          </p:nvSpPr>
          <p:spPr>
            <a:xfrm rot="10800000" flipH="1">
              <a:off x="-57431" y="1203638"/>
              <a:ext cx="187350" cy="46486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62" name="Google Shape;562;p30"/>
            <p:cNvCxnSpPr/>
            <p:nvPr/>
          </p:nvCxnSpPr>
          <p:spPr>
            <a:xfrm rot="10800000" flipH="1">
              <a:off x="46825" y="797575"/>
              <a:ext cx="261900" cy="603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63" name="Google Shape;563;p30"/>
          <p:cNvGrpSpPr/>
          <p:nvPr/>
        </p:nvGrpSpPr>
        <p:grpSpPr>
          <a:xfrm flipH="1">
            <a:off x="294704" y="-69476"/>
            <a:ext cx="425299" cy="534449"/>
            <a:chOff x="-84151" y="785111"/>
            <a:chExt cx="490484" cy="616364"/>
          </a:xfrm>
        </p:grpSpPr>
        <p:sp>
          <p:nvSpPr>
            <p:cNvPr id="564" name="Google Shape;564;p30"/>
            <p:cNvSpPr/>
            <p:nvPr/>
          </p:nvSpPr>
          <p:spPr>
            <a:xfrm rot="10800000" flipH="1">
              <a:off x="-84151" y="785111"/>
              <a:ext cx="490484" cy="615879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0"/>
            <p:cNvSpPr/>
            <p:nvPr/>
          </p:nvSpPr>
          <p:spPr>
            <a:xfrm rot="10800000" flipH="1">
              <a:off x="35306" y="880890"/>
              <a:ext cx="239070" cy="58908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0"/>
            <p:cNvSpPr/>
            <p:nvPr/>
          </p:nvSpPr>
          <p:spPr>
            <a:xfrm rot="10800000" flipH="1">
              <a:off x="-39540" y="1037772"/>
              <a:ext cx="247899" cy="5898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0"/>
            <p:cNvSpPr/>
            <p:nvPr/>
          </p:nvSpPr>
          <p:spPr>
            <a:xfrm rot="10800000" flipH="1">
              <a:off x="-57431" y="1203638"/>
              <a:ext cx="187350" cy="46486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68" name="Google Shape;568;p30"/>
            <p:cNvCxnSpPr/>
            <p:nvPr/>
          </p:nvCxnSpPr>
          <p:spPr>
            <a:xfrm rot="10800000" flipH="1">
              <a:off x="46825" y="797575"/>
              <a:ext cx="261900" cy="603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"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0" name="Google Shape;570;p31"/>
          <p:cNvGrpSpPr/>
          <p:nvPr/>
        </p:nvGrpSpPr>
        <p:grpSpPr>
          <a:xfrm rot="8309431">
            <a:off x="929321" y="-881944"/>
            <a:ext cx="1067824" cy="1732697"/>
            <a:chOff x="5252475" y="3372998"/>
            <a:chExt cx="758596" cy="1230930"/>
          </a:xfrm>
        </p:grpSpPr>
        <p:sp>
          <p:nvSpPr>
            <p:cNvPr id="571" name="Google Shape;571;p31"/>
            <p:cNvSpPr/>
            <p:nvPr/>
          </p:nvSpPr>
          <p:spPr>
            <a:xfrm>
              <a:off x="5771697" y="3820417"/>
              <a:ext cx="239374" cy="336661"/>
            </a:xfrm>
            <a:custGeom>
              <a:avLst/>
              <a:gdLst/>
              <a:ahLst/>
              <a:cxnLst/>
              <a:rect l="l" t="t" r="r" b="b"/>
              <a:pathLst>
                <a:path w="3767" h="5298" extrusionOk="0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1"/>
            <p:cNvSpPr/>
            <p:nvPr/>
          </p:nvSpPr>
          <p:spPr>
            <a:xfrm>
              <a:off x="5410574" y="4294652"/>
              <a:ext cx="348163" cy="188347"/>
            </a:xfrm>
            <a:custGeom>
              <a:avLst/>
              <a:gdLst/>
              <a:ahLst/>
              <a:cxnLst/>
              <a:rect l="l" t="t" r="r" b="b"/>
              <a:pathLst>
                <a:path w="5479" h="2964" extrusionOk="0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1"/>
            <p:cNvSpPr/>
            <p:nvPr/>
          </p:nvSpPr>
          <p:spPr>
            <a:xfrm>
              <a:off x="5252475" y="3936514"/>
              <a:ext cx="364113" cy="233782"/>
            </a:xfrm>
            <a:custGeom>
              <a:avLst/>
              <a:gdLst/>
              <a:ahLst/>
              <a:cxnLst/>
              <a:rect l="l" t="t" r="r" b="b"/>
              <a:pathLst>
                <a:path w="5730" h="3679" extrusionOk="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1"/>
            <p:cNvSpPr/>
            <p:nvPr/>
          </p:nvSpPr>
          <p:spPr>
            <a:xfrm>
              <a:off x="5284374" y="3372998"/>
              <a:ext cx="398936" cy="500925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1"/>
            <p:cNvSpPr/>
            <p:nvPr/>
          </p:nvSpPr>
          <p:spPr>
            <a:xfrm>
              <a:off x="5387380" y="3373887"/>
              <a:ext cx="549728" cy="1230041"/>
            </a:xfrm>
            <a:custGeom>
              <a:avLst/>
              <a:gdLst/>
              <a:ahLst/>
              <a:cxnLst/>
              <a:rect l="l" t="t" r="r" b="b"/>
              <a:pathLst>
                <a:path w="8651" h="19357" fill="none" extrusionOk="0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1"/>
            <p:cNvSpPr/>
            <p:nvPr/>
          </p:nvSpPr>
          <p:spPr>
            <a:xfrm>
              <a:off x="5813763" y="3819146"/>
              <a:ext cx="111776" cy="509186"/>
            </a:xfrm>
            <a:custGeom>
              <a:avLst/>
              <a:gdLst/>
              <a:ahLst/>
              <a:cxnLst/>
              <a:rect l="l" t="t" r="r" b="b"/>
              <a:pathLst>
                <a:path w="1759" h="8013" fill="none" extrusionOk="0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1"/>
            <p:cNvSpPr/>
            <p:nvPr/>
          </p:nvSpPr>
          <p:spPr>
            <a:xfrm>
              <a:off x="5425062" y="4355846"/>
              <a:ext cx="448246" cy="107391"/>
            </a:xfrm>
            <a:custGeom>
              <a:avLst/>
              <a:gdLst/>
              <a:ahLst/>
              <a:cxnLst/>
              <a:rect l="l" t="t" r="r" b="b"/>
              <a:pathLst>
                <a:path w="7054" h="1690" fill="none" extrusionOk="0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1"/>
            <p:cNvSpPr/>
            <p:nvPr/>
          </p:nvSpPr>
          <p:spPr>
            <a:xfrm>
              <a:off x="5274207" y="3985951"/>
              <a:ext cx="475825" cy="198769"/>
            </a:xfrm>
            <a:custGeom>
              <a:avLst/>
              <a:gdLst/>
              <a:ahLst/>
              <a:cxnLst/>
              <a:rect l="l" t="t" r="r" b="b"/>
              <a:pathLst>
                <a:path w="7488" h="3128" fill="none" extrusionOk="0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1"/>
            <p:cNvSpPr/>
            <p:nvPr/>
          </p:nvSpPr>
          <p:spPr>
            <a:xfrm>
              <a:off x="5381534" y="3748103"/>
              <a:ext cx="194448" cy="47913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1"/>
            <p:cNvSpPr/>
            <p:nvPr/>
          </p:nvSpPr>
          <p:spPr>
            <a:xfrm>
              <a:off x="5320658" y="3620441"/>
              <a:ext cx="201628" cy="4797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1"/>
            <p:cNvSpPr/>
            <p:nvPr/>
          </p:nvSpPr>
          <p:spPr>
            <a:xfrm>
              <a:off x="5306107" y="3495703"/>
              <a:ext cx="152381" cy="37809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2" name="Google Shape;582;p31"/>
          <p:cNvSpPr/>
          <p:nvPr/>
        </p:nvSpPr>
        <p:spPr>
          <a:xfrm rot="-2979600">
            <a:off x="6162261" y="72226"/>
            <a:ext cx="288185" cy="289797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31"/>
          <p:cNvSpPr/>
          <p:nvPr/>
        </p:nvSpPr>
        <p:spPr>
          <a:xfrm rot="-2979783">
            <a:off x="6926277" y="179486"/>
            <a:ext cx="511919" cy="514765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4" name="Google Shape;584;p31"/>
          <p:cNvGrpSpPr/>
          <p:nvPr/>
        </p:nvGrpSpPr>
        <p:grpSpPr>
          <a:xfrm rot="-1944596" flipH="1">
            <a:off x="142476" y="-240460"/>
            <a:ext cx="728260" cy="915162"/>
            <a:chOff x="-84151" y="785111"/>
            <a:chExt cx="490484" cy="616364"/>
          </a:xfrm>
        </p:grpSpPr>
        <p:sp>
          <p:nvSpPr>
            <p:cNvPr id="585" name="Google Shape;585;p31"/>
            <p:cNvSpPr/>
            <p:nvPr/>
          </p:nvSpPr>
          <p:spPr>
            <a:xfrm rot="10800000" flipH="1">
              <a:off x="-84151" y="785111"/>
              <a:ext cx="490484" cy="615879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1"/>
            <p:cNvSpPr/>
            <p:nvPr/>
          </p:nvSpPr>
          <p:spPr>
            <a:xfrm rot="10800000" flipH="1">
              <a:off x="35306" y="880890"/>
              <a:ext cx="239070" cy="58908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1"/>
            <p:cNvSpPr/>
            <p:nvPr/>
          </p:nvSpPr>
          <p:spPr>
            <a:xfrm rot="10800000" flipH="1">
              <a:off x="-39540" y="1037772"/>
              <a:ext cx="247899" cy="5898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1"/>
            <p:cNvSpPr/>
            <p:nvPr/>
          </p:nvSpPr>
          <p:spPr>
            <a:xfrm rot="10800000" flipH="1">
              <a:off x="-57431" y="1203638"/>
              <a:ext cx="187350" cy="46486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89" name="Google Shape;589;p31"/>
            <p:cNvCxnSpPr/>
            <p:nvPr/>
          </p:nvCxnSpPr>
          <p:spPr>
            <a:xfrm rot="10800000" flipH="1">
              <a:off x="46825" y="797575"/>
              <a:ext cx="261900" cy="603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90" name="Google Shape;590;p31"/>
          <p:cNvGrpSpPr/>
          <p:nvPr/>
        </p:nvGrpSpPr>
        <p:grpSpPr>
          <a:xfrm rot="-1944773">
            <a:off x="-176122" y="2047"/>
            <a:ext cx="528536" cy="664129"/>
            <a:chOff x="-84151" y="785111"/>
            <a:chExt cx="490484" cy="616364"/>
          </a:xfrm>
        </p:grpSpPr>
        <p:sp>
          <p:nvSpPr>
            <p:cNvPr id="591" name="Google Shape;591;p31"/>
            <p:cNvSpPr/>
            <p:nvPr/>
          </p:nvSpPr>
          <p:spPr>
            <a:xfrm rot="10800000" flipH="1">
              <a:off x="-84151" y="785111"/>
              <a:ext cx="490484" cy="615879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1"/>
            <p:cNvSpPr/>
            <p:nvPr/>
          </p:nvSpPr>
          <p:spPr>
            <a:xfrm rot="10800000" flipH="1">
              <a:off x="35306" y="880890"/>
              <a:ext cx="239070" cy="58908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1"/>
            <p:cNvSpPr/>
            <p:nvPr/>
          </p:nvSpPr>
          <p:spPr>
            <a:xfrm rot="10800000" flipH="1">
              <a:off x="-39540" y="1037772"/>
              <a:ext cx="247899" cy="5898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1"/>
            <p:cNvSpPr/>
            <p:nvPr/>
          </p:nvSpPr>
          <p:spPr>
            <a:xfrm rot="10800000" flipH="1">
              <a:off x="-57431" y="1203638"/>
              <a:ext cx="187350" cy="46486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95" name="Google Shape;595;p31"/>
            <p:cNvCxnSpPr/>
            <p:nvPr/>
          </p:nvCxnSpPr>
          <p:spPr>
            <a:xfrm rot="10800000" flipH="1">
              <a:off x="46825" y="797575"/>
              <a:ext cx="261900" cy="603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96" name="Google Shape;596;p31"/>
          <p:cNvSpPr/>
          <p:nvPr/>
        </p:nvSpPr>
        <p:spPr>
          <a:xfrm rot="-2979786">
            <a:off x="8118698" y="128020"/>
            <a:ext cx="818201" cy="822758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taatliches"/>
              <a:buNone/>
              <a:defRPr sz="35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●"/>
              <a:defRPr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lvl="1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○"/>
              <a:defRPr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lvl="2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■"/>
              <a:defRPr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lvl="3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●"/>
              <a:defRPr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lvl="4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○"/>
              <a:defRPr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lvl="5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■"/>
              <a:defRPr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lvl="6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●"/>
              <a:defRPr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lvl="7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○"/>
              <a:defRPr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lvl="8" indent="-3302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Cairo"/>
              <a:buChar char="■"/>
              <a:defRPr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8" r:id="rId4"/>
    <p:sldLayoutId id="2147483660" r:id="rId5"/>
    <p:sldLayoutId id="2147483662" r:id="rId6"/>
    <p:sldLayoutId id="2147483675" r:id="rId7"/>
    <p:sldLayoutId id="2147483676" r:id="rId8"/>
    <p:sldLayoutId id="214748367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5" name="Google Shape;605;p34"/>
          <p:cNvGrpSpPr/>
          <p:nvPr/>
        </p:nvGrpSpPr>
        <p:grpSpPr>
          <a:xfrm>
            <a:off x="5065575" y="2591902"/>
            <a:ext cx="4086000" cy="2011835"/>
            <a:chOff x="5065575" y="2591902"/>
            <a:chExt cx="4086000" cy="2011835"/>
          </a:xfrm>
        </p:grpSpPr>
        <p:grpSp>
          <p:nvGrpSpPr>
            <p:cNvPr id="606" name="Google Shape;606;p34"/>
            <p:cNvGrpSpPr/>
            <p:nvPr/>
          </p:nvGrpSpPr>
          <p:grpSpPr>
            <a:xfrm>
              <a:off x="5463399" y="2591902"/>
              <a:ext cx="3275149" cy="2011835"/>
              <a:chOff x="5565749" y="2591902"/>
              <a:chExt cx="3275149" cy="2011835"/>
            </a:xfrm>
          </p:grpSpPr>
          <p:sp>
            <p:nvSpPr>
              <p:cNvPr id="607" name="Google Shape;607;p34"/>
              <p:cNvSpPr/>
              <p:nvPr/>
            </p:nvSpPr>
            <p:spPr>
              <a:xfrm>
                <a:off x="8222923" y="3134384"/>
                <a:ext cx="617975" cy="1469351"/>
              </a:xfrm>
              <a:custGeom>
                <a:avLst/>
                <a:gdLst/>
                <a:ahLst/>
                <a:cxnLst/>
                <a:rect l="l" t="t" r="r" b="b"/>
                <a:pathLst>
                  <a:path w="9725" h="23123" fill="none" extrusionOk="0">
                    <a:moveTo>
                      <a:pt x="1" y="23122"/>
                    </a:moveTo>
                    <a:lnTo>
                      <a:pt x="9724" y="23122"/>
                    </a:lnTo>
                    <a:lnTo>
                      <a:pt x="9724" y="0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34"/>
              <p:cNvSpPr/>
              <p:nvPr/>
            </p:nvSpPr>
            <p:spPr>
              <a:xfrm>
                <a:off x="6451940" y="2591902"/>
                <a:ext cx="617975" cy="2011835"/>
              </a:xfrm>
              <a:custGeom>
                <a:avLst/>
                <a:gdLst/>
                <a:ahLst/>
                <a:cxnLst/>
                <a:rect l="l" t="t" r="r" b="b"/>
                <a:pathLst>
                  <a:path w="9725" h="31660" fill="none" extrusionOk="0">
                    <a:moveTo>
                      <a:pt x="1" y="31659"/>
                    </a:moveTo>
                    <a:lnTo>
                      <a:pt x="9724" y="31659"/>
                    </a:lnTo>
                    <a:lnTo>
                      <a:pt x="9724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4"/>
              <p:cNvSpPr/>
              <p:nvPr/>
            </p:nvSpPr>
            <p:spPr>
              <a:xfrm>
                <a:off x="5565749" y="3159040"/>
                <a:ext cx="617975" cy="1444696"/>
              </a:xfrm>
              <a:custGeom>
                <a:avLst/>
                <a:gdLst/>
                <a:ahLst/>
                <a:cxnLst/>
                <a:rect l="l" t="t" r="r" b="b"/>
                <a:pathLst>
                  <a:path w="9725" h="22735" fill="none" extrusionOk="0">
                    <a:moveTo>
                      <a:pt x="1" y="22734"/>
                    </a:moveTo>
                    <a:lnTo>
                      <a:pt x="9724" y="22734"/>
                    </a:lnTo>
                    <a:lnTo>
                      <a:pt x="9724" y="0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34"/>
              <p:cNvSpPr/>
              <p:nvPr/>
            </p:nvSpPr>
            <p:spPr>
              <a:xfrm>
                <a:off x="7336733" y="3568078"/>
                <a:ext cx="617912" cy="1035656"/>
              </a:xfrm>
              <a:custGeom>
                <a:avLst/>
                <a:gdLst/>
                <a:ahLst/>
                <a:cxnLst/>
                <a:rect l="l" t="t" r="r" b="b"/>
                <a:pathLst>
                  <a:path w="9724" h="16298" fill="none" extrusionOk="0">
                    <a:moveTo>
                      <a:pt x="0" y="16297"/>
                    </a:moveTo>
                    <a:lnTo>
                      <a:pt x="9724" y="16297"/>
                    </a:lnTo>
                    <a:lnTo>
                      <a:pt x="9724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11" name="Google Shape;611;p34"/>
            <p:cNvCxnSpPr/>
            <p:nvPr/>
          </p:nvCxnSpPr>
          <p:spPr>
            <a:xfrm>
              <a:off x="5065575" y="4603533"/>
              <a:ext cx="4086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13" name="Google Shape;613;p34"/>
          <p:cNvSpPr/>
          <p:nvPr/>
        </p:nvSpPr>
        <p:spPr>
          <a:xfrm>
            <a:off x="7175711" y="2860445"/>
            <a:ext cx="317725" cy="316263"/>
          </a:xfrm>
          <a:custGeom>
            <a:avLst/>
            <a:gdLst/>
            <a:ahLst/>
            <a:cxnLst/>
            <a:rect l="l" t="t" r="r" b="b"/>
            <a:pathLst>
              <a:path w="5000" h="4977" fill="none" extrusionOk="0">
                <a:moveTo>
                  <a:pt x="1598" y="2694"/>
                </a:moveTo>
                <a:cubicBezTo>
                  <a:pt x="1690" y="3173"/>
                  <a:pt x="2169" y="3470"/>
                  <a:pt x="2648" y="3356"/>
                </a:cubicBezTo>
                <a:cubicBezTo>
                  <a:pt x="3128" y="3264"/>
                  <a:pt x="3424" y="2785"/>
                  <a:pt x="3333" y="2306"/>
                </a:cubicBezTo>
                <a:cubicBezTo>
                  <a:pt x="3219" y="1826"/>
                  <a:pt x="2740" y="1530"/>
                  <a:pt x="2260" y="1621"/>
                </a:cubicBezTo>
                <a:cubicBezTo>
                  <a:pt x="1781" y="1735"/>
                  <a:pt x="1484" y="2214"/>
                  <a:pt x="1598" y="2694"/>
                </a:cubicBezTo>
                <a:close/>
                <a:moveTo>
                  <a:pt x="1553" y="685"/>
                </a:moveTo>
                <a:lnTo>
                  <a:pt x="1553" y="183"/>
                </a:lnTo>
                <a:lnTo>
                  <a:pt x="2352" y="0"/>
                </a:lnTo>
                <a:lnTo>
                  <a:pt x="2580" y="457"/>
                </a:lnTo>
                <a:cubicBezTo>
                  <a:pt x="2763" y="457"/>
                  <a:pt x="2945" y="480"/>
                  <a:pt x="3105" y="548"/>
                </a:cubicBezTo>
                <a:lnTo>
                  <a:pt x="3470" y="183"/>
                </a:lnTo>
                <a:lnTo>
                  <a:pt x="4155" y="640"/>
                </a:lnTo>
                <a:lnTo>
                  <a:pt x="3995" y="1096"/>
                </a:lnTo>
                <a:cubicBezTo>
                  <a:pt x="4109" y="1233"/>
                  <a:pt x="4223" y="1393"/>
                  <a:pt x="4315" y="1553"/>
                </a:cubicBezTo>
                <a:lnTo>
                  <a:pt x="4817" y="1553"/>
                </a:lnTo>
                <a:lnTo>
                  <a:pt x="4999" y="2351"/>
                </a:lnTo>
                <a:lnTo>
                  <a:pt x="4543" y="2580"/>
                </a:lnTo>
                <a:cubicBezTo>
                  <a:pt x="4520" y="2762"/>
                  <a:pt x="4497" y="2922"/>
                  <a:pt x="4452" y="3105"/>
                </a:cubicBezTo>
                <a:lnTo>
                  <a:pt x="4794" y="3447"/>
                </a:lnTo>
                <a:lnTo>
                  <a:pt x="4360" y="4155"/>
                </a:lnTo>
                <a:lnTo>
                  <a:pt x="3881" y="3995"/>
                </a:lnTo>
                <a:cubicBezTo>
                  <a:pt x="3744" y="4109"/>
                  <a:pt x="3607" y="4223"/>
                  <a:pt x="3447" y="4292"/>
                </a:cubicBezTo>
                <a:lnTo>
                  <a:pt x="3447" y="4794"/>
                </a:lnTo>
                <a:lnTo>
                  <a:pt x="2626" y="4976"/>
                </a:lnTo>
                <a:lnTo>
                  <a:pt x="2420" y="4543"/>
                </a:lnTo>
                <a:cubicBezTo>
                  <a:pt x="2238" y="4520"/>
                  <a:pt x="2055" y="4497"/>
                  <a:pt x="1872" y="4428"/>
                </a:cubicBezTo>
                <a:lnTo>
                  <a:pt x="1530" y="4794"/>
                </a:lnTo>
                <a:lnTo>
                  <a:pt x="822" y="4360"/>
                </a:lnTo>
                <a:lnTo>
                  <a:pt x="1005" y="3881"/>
                </a:lnTo>
                <a:cubicBezTo>
                  <a:pt x="868" y="3744"/>
                  <a:pt x="777" y="3607"/>
                  <a:pt x="685" y="3424"/>
                </a:cubicBezTo>
                <a:lnTo>
                  <a:pt x="183" y="3424"/>
                </a:lnTo>
                <a:lnTo>
                  <a:pt x="1" y="2625"/>
                </a:lnTo>
                <a:lnTo>
                  <a:pt x="457" y="2420"/>
                </a:lnTo>
                <a:cubicBezTo>
                  <a:pt x="457" y="2237"/>
                  <a:pt x="503" y="2055"/>
                  <a:pt x="548" y="1872"/>
                </a:cubicBezTo>
                <a:lnTo>
                  <a:pt x="183" y="1530"/>
                </a:lnTo>
                <a:lnTo>
                  <a:pt x="640" y="822"/>
                </a:lnTo>
                <a:lnTo>
                  <a:pt x="1119" y="982"/>
                </a:lnTo>
                <a:cubicBezTo>
                  <a:pt x="1233" y="868"/>
                  <a:pt x="1393" y="754"/>
                  <a:pt x="1553" y="685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34"/>
          <p:cNvSpPr/>
          <p:nvPr/>
        </p:nvSpPr>
        <p:spPr>
          <a:xfrm flipH="1">
            <a:off x="4676878" y="2411510"/>
            <a:ext cx="309461" cy="307803"/>
          </a:xfrm>
          <a:custGeom>
            <a:avLst/>
            <a:gdLst/>
            <a:ahLst/>
            <a:cxnLst/>
            <a:rect l="l" t="t" r="r" b="b"/>
            <a:pathLst>
              <a:path w="4293" h="4270" fill="none" extrusionOk="0">
                <a:moveTo>
                  <a:pt x="1370" y="2306"/>
                </a:moveTo>
                <a:cubicBezTo>
                  <a:pt x="1462" y="2717"/>
                  <a:pt x="1873" y="2991"/>
                  <a:pt x="2283" y="2900"/>
                </a:cubicBezTo>
                <a:cubicBezTo>
                  <a:pt x="2694" y="2786"/>
                  <a:pt x="2968" y="2398"/>
                  <a:pt x="2854" y="1987"/>
                </a:cubicBezTo>
                <a:cubicBezTo>
                  <a:pt x="2763" y="1576"/>
                  <a:pt x="2375" y="1302"/>
                  <a:pt x="1941" y="1393"/>
                </a:cubicBezTo>
                <a:cubicBezTo>
                  <a:pt x="1530" y="1485"/>
                  <a:pt x="1279" y="1895"/>
                  <a:pt x="1370" y="2306"/>
                </a:cubicBezTo>
                <a:close/>
                <a:moveTo>
                  <a:pt x="1348" y="572"/>
                </a:moveTo>
                <a:lnTo>
                  <a:pt x="1348" y="161"/>
                </a:lnTo>
                <a:lnTo>
                  <a:pt x="2032" y="1"/>
                </a:lnTo>
                <a:lnTo>
                  <a:pt x="2215" y="389"/>
                </a:lnTo>
                <a:cubicBezTo>
                  <a:pt x="2375" y="389"/>
                  <a:pt x="2535" y="412"/>
                  <a:pt x="2671" y="457"/>
                </a:cubicBezTo>
                <a:lnTo>
                  <a:pt x="2991" y="161"/>
                </a:lnTo>
                <a:lnTo>
                  <a:pt x="3585" y="549"/>
                </a:lnTo>
                <a:lnTo>
                  <a:pt x="3448" y="937"/>
                </a:lnTo>
                <a:cubicBezTo>
                  <a:pt x="3539" y="1051"/>
                  <a:pt x="3630" y="1188"/>
                  <a:pt x="3699" y="1325"/>
                </a:cubicBezTo>
                <a:lnTo>
                  <a:pt x="4132" y="1325"/>
                </a:lnTo>
                <a:lnTo>
                  <a:pt x="4292" y="2010"/>
                </a:lnTo>
                <a:lnTo>
                  <a:pt x="3904" y="2215"/>
                </a:lnTo>
                <a:cubicBezTo>
                  <a:pt x="3904" y="2352"/>
                  <a:pt x="3881" y="2512"/>
                  <a:pt x="3836" y="2671"/>
                </a:cubicBezTo>
                <a:lnTo>
                  <a:pt x="4132" y="2968"/>
                </a:lnTo>
                <a:lnTo>
                  <a:pt x="3744" y="3562"/>
                </a:lnTo>
                <a:lnTo>
                  <a:pt x="3333" y="3425"/>
                </a:lnTo>
                <a:cubicBezTo>
                  <a:pt x="3219" y="3539"/>
                  <a:pt x="3105" y="3630"/>
                  <a:pt x="2968" y="3699"/>
                </a:cubicBezTo>
                <a:lnTo>
                  <a:pt x="2968" y="4132"/>
                </a:lnTo>
                <a:lnTo>
                  <a:pt x="2261" y="4269"/>
                </a:lnTo>
                <a:lnTo>
                  <a:pt x="2078" y="3881"/>
                </a:lnTo>
                <a:cubicBezTo>
                  <a:pt x="1918" y="3881"/>
                  <a:pt x="1781" y="3858"/>
                  <a:pt x="1622" y="3813"/>
                </a:cubicBezTo>
                <a:lnTo>
                  <a:pt x="1325" y="4109"/>
                </a:lnTo>
                <a:lnTo>
                  <a:pt x="709" y="3744"/>
                </a:lnTo>
                <a:lnTo>
                  <a:pt x="868" y="3333"/>
                </a:lnTo>
                <a:cubicBezTo>
                  <a:pt x="754" y="3219"/>
                  <a:pt x="663" y="3082"/>
                  <a:pt x="594" y="2945"/>
                </a:cubicBezTo>
                <a:lnTo>
                  <a:pt x="161" y="2945"/>
                </a:lnTo>
                <a:lnTo>
                  <a:pt x="1" y="2261"/>
                </a:lnTo>
                <a:lnTo>
                  <a:pt x="389" y="2078"/>
                </a:lnTo>
                <a:cubicBezTo>
                  <a:pt x="412" y="1918"/>
                  <a:pt x="435" y="1758"/>
                  <a:pt x="480" y="1599"/>
                </a:cubicBezTo>
                <a:lnTo>
                  <a:pt x="184" y="1302"/>
                </a:lnTo>
                <a:lnTo>
                  <a:pt x="549" y="708"/>
                </a:lnTo>
                <a:lnTo>
                  <a:pt x="960" y="845"/>
                </a:lnTo>
                <a:cubicBezTo>
                  <a:pt x="1074" y="754"/>
                  <a:pt x="1211" y="663"/>
                  <a:pt x="1348" y="572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34"/>
          <p:cNvSpPr txBox="1">
            <a:spLocks noGrp="1"/>
          </p:cNvSpPr>
          <p:nvPr>
            <p:ph type="subTitle" idx="1"/>
          </p:nvPr>
        </p:nvSpPr>
        <p:spPr>
          <a:xfrm>
            <a:off x="713121" y="3679025"/>
            <a:ext cx="4287000" cy="47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Батталов</a:t>
            </a:r>
            <a:r>
              <a:rPr lang="ru-RU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Арслан 1 группа</a:t>
            </a:r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616" name="Google Shape;616;p34"/>
          <p:cNvGrpSpPr/>
          <p:nvPr/>
        </p:nvGrpSpPr>
        <p:grpSpPr>
          <a:xfrm>
            <a:off x="6418579" y="1369428"/>
            <a:ext cx="2319329" cy="1649183"/>
            <a:chOff x="6418579" y="1369428"/>
            <a:chExt cx="2319329" cy="1649183"/>
          </a:xfrm>
        </p:grpSpPr>
        <p:sp>
          <p:nvSpPr>
            <p:cNvPr id="617" name="Google Shape;617;p34"/>
            <p:cNvSpPr/>
            <p:nvPr/>
          </p:nvSpPr>
          <p:spPr>
            <a:xfrm>
              <a:off x="6418579" y="1369428"/>
              <a:ext cx="2319329" cy="1649183"/>
            </a:xfrm>
            <a:custGeom>
              <a:avLst/>
              <a:gdLst/>
              <a:ahLst/>
              <a:cxnLst/>
              <a:rect l="l" t="t" r="r" b="b"/>
              <a:pathLst>
                <a:path w="36499" h="25953" extrusionOk="0">
                  <a:moveTo>
                    <a:pt x="1644" y="0"/>
                  </a:moveTo>
                  <a:cubicBezTo>
                    <a:pt x="731" y="0"/>
                    <a:pt x="1" y="730"/>
                    <a:pt x="1" y="1621"/>
                  </a:cubicBezTo>
                  <a:lnTo>
                    <a:pt x="1" y="24332"/>
                  </a:lnTo>
                  <a:cubicBezTo>
                    <a:pt x="1" y="25222"/>
                    <a:pt x="731" y="25952"/>
                    <a:pt x="1644" y="25952"/>
                  </a:cubicBezTo>
                  <a:lnTo>
                    <a:pt x="34855" y="25952"/>
                  </a:lnTo>
                  <a:cubicBezTo>
                    <a:pt x="35768" y="25952"/>
                    <a:pt x="36499" y="25222"/>
                    <a:pt x="36499" y="24332"/>
                  </a:cubicBezTo>
                  <a:lnTo>
                    <a:pt x="36499" y="1621"/>
                  </a:lnTo>
                  <a:cubicBezTo>
                    <a:pt x="36499" y="730"/>
                    <a:pt x="35768" y="0"/>
                    <a:pt x="348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4"/>
            <p:cNvSpPr/>
            <p:nvPr/>
          </p:nvSpPr>
          <p:spPr>
            <a:xfrm>
              <a:off x="6418579" y="1369428"/>
              <a:ext cx="2319329" cy="1649183"/>
            </a:xfrm>
            <a:custGeom>
              <a:avLst/>
              <a:gdLst/>
              <a:ahLst/>
              <a:cxnLst/>
              <a:rect l="l" t="t" r="r" b="b"/>
              <a:pathLst>
                <a:path w="36499" h="25953" fill="none" extrusionOk="0">
                  <a:moveTo>
                    <a:pt x="34855" y="25952"/>
                  </a:moveTo>
                  <a:lnTo>
                    <a:pt x="1644" y="25952"/>
                  </a:lnTo>
                  <a:cubicBezTo>
                    <a:pt x="731" y="25952"/>
                    <a:pt x="1" y="25222"/>
                    <a:pt x="1" y="24332"/>
                  </a:cubicBezTo>
                  <a:lnTo>
                    <a:pt x="1" y="1621"/>
                  </a:lnTo>
                  <a:cubicBezTo>
                    <a:pt x="1" y="730"/>
                    <a:pt x="731" y="0"/>
                    <a:pt x="1644" y="0"/>
                  </a:cubicBezTo>
                  <a:lnTo>
                    <a:pt x="34855" y="0"/>
                  </a:lnTo>
                  <a:cubicBezTo>
                    <a:pt x="35768" y="0"/>
                    <a:pt x="36499" y="730"/>
                    <a:pt x="36499" y="1621"/>
                  </a:cubicBezTo>
                  <a:lnTo>
                    <a:pt x="36499" y="24332"/>
                  </a:lnTo>
                  <a:cubicBezTo>
                    <a:pt x="36499" y="25222"/>
                    <a:pt x="35768" y="25952"/>
                    <a:pt x="34855" y="2595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4"/>
            <p:cNvSpPr/>
            <p:nvPr/>
          </p:nvSpPr>
          <p:spPr>
            <a:xfrm>
              <a:off x="6418579" y="1369428"/>
              <a:ext cx="2319329" cy="136368"/>
            </a:xfrm>
            <a:custGeom>
              <a:avLst/>
              <a:gdLst/>
              <a:ahLst/>
              <a:cxnLst/>
              <a:rect l="l" t="t" r="r" b="b"/>
              <a:pathLst>
                <a:path w="36499" h="2146" extrusionOk="0">
                  <a:moveTo>
                    <a:pt x="1279" y="0"/>
                  </a:moveTo>
                  <a:cubicBezTo>
                    <a:pt x="572" y="0"/>
                    <a:pt x="1" y="639"/>
                    <a:pt x="1" y="1438"/>
                  </a:cubicBezTo>
                  <a:lnTo>
                    <a:pt x="1" y="2146"/>
                  </a:lnTo>
                  <a:lnTo>
                    <a:pt x="36499" y="2146"/>
                  </a:lnTo>
                  <a:lnTo>
                    <a:pt x="36499" y="1438"/>
                  </a:lnTo>
                  <a:cubicBezTo>
                    <a:pt x="36499" y="639"/>
                    <a:pt x="35928" y="0"/>
                    <a:pt x="352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4"/>
            <p:cNvSpPr/>
            <p:nvPr/>
          </p:nvSpPr>
          <p:spPr>
            <a:xfrm>
              <a:off x="6418579" y="1369428"/>
              <a:ext cx="2319329" cy="136368"/>
            </a:xfrm>
            <a:custGeom>
              <a:avLst/>
              <a:gdLst/>
              <a:ahLst/>
              <a:cxnLst/>
              <a:rect l="l" t="t" r="r" b="b"/>
              <a:pathLst>
                <a:path w="36499" h="2146" fill="none" extrusionOk="0">
                  <a:moveTo>
                    <a:pt x="35220" y="0"/>
                  </a:moveTo>
                  <a:lnTo>
                    <a:pt x="1279" y="0"/>
                  </a:lnTo>
                  <a:cubicBezTo>
                    <a:pt x="572" y="0"/>
                    <a:pt x="1" y="639"/>
                    <a:pt x="1" y="1438"/>
                  </a:cubicBezTo>
                  <a:lnTo>
                    <a:pt x="1" y="2146"/>
                  </a:lnTo>
                  <a:lnTo>
                    <a:pt x="36499" y="2146"/>
                  </a:lnTo>
                  <a:lnTo>
                    <a:pt x="36499" y="1438"/>
                  </a:lnTo>
                  <a:cubicBezTo>
                    <a:pt x="36499" y="639"/>
                    <a:pt x="35928" y="0"/>
                    <a:pt x="3522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4"/>
            <p:cNvSpPr/>
            <p:nvPr/>
          </p:nvSpPr>
          <p:spPr>
            <a:xfrm>
              <a:off x="6478057" y="1408572"/>
              <a:ext cx="56619" cy="58080"/>
            </a:xfrm>
            <a:custGeom>
              <a:avLst/>
              <a:gdLst/>
              <a:ahLst/>
              <a:cxnLst/>
              <a:rect l="l" t="t" r="r" b="b"/>
              <a:pathLst>
                <a:path w="891" h="914" fill="none" extrusionOk="0">
                  <a:moveTo>
                    <a:pt x="891" y="457"/>
                  </a:moveTo>
                  <a:cubicBezTo>
                    <a:pt x="891" y="708"/>
                    <a:pt x="685" y="913"/>
                    <a:pt x="434" y="913"/>
                  </a:cubicBezTo>
                  <a:cubicBezTo>
                    <a:pt x="183" y="913"/>
                    <a:pt x="1" y="708"/>
                    <a:pt x="1" y="457"/>
                  </a:cubicBezTo>
                  <a:cubicBezTo>
                    <a:pt x="1" y="206"/>
                    <a:pt x="183" y="0"/>
                    <a:pt x="434" y="0"/>
                  </a:cubicBezTo>
                  <a:cubicBezTo>
                    <a:pt x="685" y="0"/>
                    <a:pt x="891" y="206"/>
                    <a:pt x="891" y="45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4"/>
            <p:cNvSpPr/>
            <p:nvPr/>
          </p:nvSpPr>
          <p:spPr>
            <a:xfrm>
              <a:off x="6585383" y="1408572"/>
              <a:ext cx="56619" cy="58080"/>
            </a:xfrm>
            <a:custGeom>
              <a:avLst/>
              <a:gdLst/>
              <a:ahLst/>
              <a:cxnLst/>
              <a:rect l="l" t="t" r="r" b="b"/>
              <a:pathLst>
                <a:path w="891" h="914" fill="none" extrusionOk="0">
                  <a:moveTo>
                    <a:pt x="891" y="457"/>
                  </a:moveTo>
                  <a:cubicBezTo>
                    <a:pt x="891" y="708"/>
                    <a:pt x="708" y="913"/>
                    <a:pt x="457" y="913"/>
                  </a:cubicBezTo>
                  <a:cubicBezTo>
                    <a:pt x="206" y="913"/>
                    <a:pt x="1" y="708"/>
                    <a:pt x="1" y="457"/>
                  </a:cubicBezTo>
                  <a:cubicBezTo>
                    <a:pt x="1" y="206"/>
                    <a:pt x="206" y="0"/>
                    <a:pt x="457" y="0"/>
                  </a:cubicBezTo>
                  <a:cubicBezTo>
                    <a:pt x="708" y="0"/>
                    <a:pt x="891" y="206"/>
                    <a:pt x="891" y="45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4"/>
            <p:cNvSpPr/>
            <p:nvPr/>
          </p:nvSpPr>
          <p:spPr>
            <a:xfrm>
              <a:off x="6692710" y="1408572"/>
              <a:ext cx="58080" cy="58080"/>
            </a:xfrm>
            <a:custGeom>
              <a:avLst/>
              <a:gdLst/>
              <a:ahLst/>
              <a:cxnLst/>
              <a:rect l="l" t="t" r="r" b="b"/>
              <a:pathLst>
                <a:path w="914" h="914" fill="none" extrusionOk="0">
                  <a:moveTo>
                    <a:pt x="914" y="457"/>
                  </a:moveTo>
                  <a:cubicBezTo>
                    <a:pt x="914" y="708"/>
                    <a:pt x="708" y="913"/>
                    <a:pt x="457" y="913"/>
                  </a:cubicBezTo>
                  <a:cubicBezTo>
                    <a:pt x="206" y="913"/>
                    <a:pt x="1" y="708"/>
                    <a:pt x="1" y="457"/>
                  </a:cubicBezTo>
                  <a:cubicBezTo>
                    <a:pt x="1" y="206"/>
                    <a:pt x="206" y="0"/>
                    <a:pt x="457" y="0"/>
                  </a:cubicBezTo>
                  <a:cubicBezTo>
                    <a:pt x="708" y="0"/>
                    <a:pt x="914" y="206"/>
                    <a:pt x="914" y="45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4"/>
            <p:cNvSpPr/>
            <p:nvPr/>
          </p:nvSpPr>
          <p:spPr>
            <a:xfrm>
              <a:off x="6585383" y="1605815"/>
              <a:ext cx="1143047" cy="42130"/>
            </a:xfrm>
            <a:custGeom>
              <a:avLst/>
              <a:gdLst/>
              <a:ahLst/>
              <a:cxnLst/>
              <a:rect l="l" t="t" r="r" b="b"/>
              <a:pathLst>
                <a:path w="17988" h="663" extrusionOk="0">
                  <a:moveTo>
                    <a:pt x="320" y="1"/>
                  </a:moveTo>
                  <a:cubicBezTo>
                    <a:pt x="138" y="1"/>
                    <a:pt x="1" y="137"/>
                    <a:pt x="1" y="320"/>
                  </a:cubicBezTo>
                  <a:cubicBezTo>
                    <a:pt x="1" y="503"/>
                    <a:pt x="138" y="662"/>
                    <a:pt x="320" y="662"/>
                  </a:cubicBezTo>
                  <a:lnTo>
                    <a:pt x="17668" y="662"/>
                  </a:lnTo>
                  <a:cubicBezTo>
                    <a:pt x="17850" y="662"/>
                    <a:pt x="17987" y="503"/>
                    <a:pt x="17987" y="320"/>
                  </a:cubicBezTo>
                  <a:cubicBezTo>
                    <a:pt x="17987" y="137"/>
                    <a:pt x="17850" y="1"/>
                    <a:pt x="176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4"/>
            <p:cNvSpPr/>
            <p:nvPr/>
          </p:nvSpPr>
          <p:spPr>
            <a:xfrm>
              <a:off x="6625988" y="1687026"/>
              <a:ext cx="799269" cy="20398"/>
            </a:xfrm>
            <a:custGeom>
              <a:avLst/>
              <a:gdLst/>
              <a:ahLst/>
              <a:cxnLst/>
              <a:rect l="l" t="t" r="r" b="b"/>
              <a:pathLst>
                <a:path w="12578" h="321" extrusionOk="0">
                  <a:moveTo>
                    <a:pt x="161" y="1"/>
                  </a:moveTo>
                  <a:cubicBezTo>
                    <a:pt x="69" y="1"/>
                    <a:pt x="1" y="69"/>
                    <a:pt x="1" y="161"/>
                  </a:cubicBezTo>
                  <a:cubicBezTo>
                    <a:pt x="1" y="252"/>
                    <a:pt x="69" y="320"/>
                    <a:pt x="161" y="320"/>
                  </a:cubicBezTo>
                  <a:lnTo>
                    <a:pt x="12441" y="320"/>
                  </a:lnTo>
                  <a:cubicBezTo>
                    <a:pt x="12509" y="320"/>
                    <a:pt x="12578" y="252"/>
                    <a:pt x="12578" y="161"/>
                  </a:cubicBezTo>
                  <a:cubicBezTo>
                    <a:pt x="12578" y="69"/>
                    <a:pt x="12509" y="1"/>
                    <a:pt x="12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4"/>
            <p:cNvSpPr/>
            <p:nvPr/>
          </p:nvSpPr>
          <p:spPr>
            <a:xfrm>
              <a:off x="6625988" y="1736336"/>
              <a:ext cx="932714" cy="20398"/>
            </a:xfrm>
            <a:custGeom>
              <a:avLst/>
              <a:gdLst/>
              <a:ahLst/>
              <a:cxnLst/>
              <a:rect l="l" t="t" r="r" b="b"/>
              <a:pathLst>
                <a:path w="14678" h="321" extrusionOk="0">
                  <a:moveTo>
                    <a:pt x="161" y="1"/>
                  </a:moveTo>
                  <a:cubicBezTo>
                    <a:pt x="69" y="1"/>
                    <a:pt x="1" y="69"/>
                    <a:pt x="1" y="161"/>
                  </a:cubicBezTo>
                  <a:cubicBezTo>
                    <a:pt x="1" y="229"/>
                    <a:pt x="69" y="320"/>
                    <a:pt x="161" y="320"/>
                  </a:cubicBezTo>
                  <a:lnTo>
                    <a:pt x="14518" y="320"/>
                  </a:lnTo>
                  <a:cubicBezTo>
                    <a:pt x="14609" y="320"/>
                    <a:pt x="14678" y="229"/>
                    <a:pt x="14678" y="161"/>
                  </a:cubicBezTo>
                  <a:cubicBezTo>
                    <a:pt x="14678" y="69"/>
                    <a:pt x="14609" y="1"/>
                    <a:pt x="145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4"/>
            <p:cNvSpPr/>
            <p:nvPr/>
          </p:nvSpPr>
          <p:spPr>
            <a:xfrm>
              <a:off x="6625988" y="1785647"/>
              <a:ext cx="530918" cy="18936"/>
            </a:xfrm>
            <a:custGeom>
              <a:avLst/>
              <a:gdLst/>
              <a:ahLst/>
              <a:cxnLst/>
              <a:rect l="l" t="t" r="r" b="b"/>
              <a:pathLst>
                <a:path w="8355" h="298" extrusionOk="0">
                  <a:moveTo>
                    <a:pt x="161" y="1"/>
                  </a:moveTo>
                  <a:cubicBezTo>
                    <a:pt x="69" y="1"/>
                    <a:pt x="1" y="69"/>
                    <a:pt x="1" y="138"/>
                  </a:cubicBezTo>
                  <a:cubicBezTo>
                    <a:pt x="1" y="229"/>
                    <a:pt x="69" y="298"/>
                    <a:pt x="161" y="298"/>
                  </a:cubicBezTo>
                  <a:lnTo>
                    <a:pt x="8195" y="298"/>
                  </a:lnTo>
                  <a:cubicBezTo>
                    <a:pt x="8286" y="298"/>
                    <a:pt x="8355" y="229"/>
                    <a:pt x="8355" y="138"/>
                  </a:cubicBezTo>
                  <a:cubicBezTo>
                    <a:pt x="8355" y="69"/>
                    <a:pt x="8286" y="1"/>
                    <a:pt x="8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4"/>
            <p:cNvSpPr/>
            <p:nvPr/>
          </p:nvSpPr>
          <p:spPr>
            <a:xfrm>
              <a:off x="8144573" y="1785647"/>
              <a:ext cx="351086" cy="222026"/>
            </a:xfrm>
            <a:custGeom>
              <a:avLst/>
              <a:gdLst/>
              <a:ahLst/>
              <a:cxnLst/>
              <a:rect l="l" t="t" r="r" b="b"/>
              <a:pathLst>
                <a:path w="5525" h="3494" extrusionOk="0">
                  <a:moveTo>
                    <a:pt x="3311" y="1"/>
                  </a:moveTo>
                  <a:cubicBezTo>
                    <a:pt x="1507" y="1"/>
                    <a:pt x="24" y="1462"/>
                    <a:pt x="1" y="3265"/>
                  </a:cubicBezTo>
                  <a:lnTo>
                    <a:pt x="1507" y="3493"/>
                  </a:lnTo>
                  <a:cubicBezTo>
                    <a:pt x="1507" y="3447"/>
                    <a:pt x="1507" y="3379"/>
                    <a:pt x="1507" y="3333"/>
                  </a:cubicBezTo>
                  <a:cubicBezTo>
                    <a:pt x="1507" y="2329"/>
                    <a:pt x="2306" y="1507"/>
                    <a:pt x="3311" y="1507"/>
                  </a:cubicBezTo>
                  <a:cubicBezTo>
                    <a:pt x="3836" y="1507"/>
                    <a:pt x="4315" y="1736"/>
                    <a:pt x="4635" y="2078"/>
                  </a:cubicBezTo>
                  <a:lnTo>
                    <a:pt x="5525" y="845"/>
                  </a:lnTo>
                  <a:cubicBezTo>
                    <a:pt x="4931" y="320"/>
                    <a:pt x="4155" y="1"/>
                    <a:pt x="3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4"/>
            <p:cNvSpPr/>
            <p:nvPr/>
          </p:nvSpPr>
          <p:spPr>
            <a:xfrm>
              <a:off x="8144573" y="1785647"/>
              <a:ext cx="351086" cy="222026"/>
            </a:xfrm>
            <a:custGeom>
              <a:avLst/>
              <a:gdLst/>
              <a:ahLst/>
              <a:cxnLst/>
              <a:rect l="l" t="t" r="r" b="b"/>
              <a:pathLst>
                <a:path w="5525" h="3494" fill="none" extrusionOk="0">
                  <a:moveTo>
                    <a:pt x="3311" y="1"/>
                  </a:moveTo>
                  <a:cubicBezTo>
                    <a:pt x="1507" y="1"/>
                    <a:pt x="24" y="1462"/>
                    <a:pt x="1" y="3265"/>
                  </a:cubicBezTo>
                  <a:lnTo>
                    <a:pt x="1507" y="3493"/>
                  </a:lnTo>
                  <a:cubicBezTo>
                    <a:pt x="1507" y="3447"/>
                    <a:pt x="1507" y="3379"/>
                    <a:pt x="1507" y="3333"/>
                  </a:cubicBezTo>
                  <a:cubicBezTo>
                    <a:pt x="1507" y="2329"/>
                    <a:pt x="2306" y="1507"/>
                    <a:pt x="3311" y="1507"/>
                  </a:cubicBezTo>
                  <a:cubicBezTo>
                    <a:pt x="3836" y="1507"/>
                    <a:pt x="4315" y="1736"/>
                    <a:pt x="4635" y="2078"/>
                  </a:cubicBezTo>
                  <a:lnTo>
                    <a:pt x="5525" y="845"/>
                  </a:lnTo>
                  <a:cubicBezTo>
                    <a:pt x="4931" y="320"/>
                    <a:pt x="4155" y="1"/>
                    <a:pt x="3311" y="1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4"/>
            <p:cNvSpPr/>
            <p:nvPr/>
          </p:nvSpPr>
          <p:spPr>
            <a:xfrm>
              <a:off x="8146035" y="1863998"/>
              <a:ext cx="420731" cy="343842"/>
            </a:xfrm>
            <a:custGeom>
              <a:avLst/>
              <a:gdLst/>
              <a:ahLst/>
              <a:cxnLst/>
              <a:rect l="l" t="t" r="r" b="b"/>
              <a:pathLst>
                <a:path w="6621" h="5411" extrusionOk="0">
                  <a:moveTo>
                    <a:pt x="5867" y="0"/>
                  </a:moveTo>
                  <a:lnTo>
                    <a:pt x="4863" y="1210"/>
                  </a:lnTo>
                  <a:cubicBezTo>
                    <a:pt x="5022" y="1461"/>
                    <a:pt x="5114" y="1758"/>
                    <a:pt x="5114" y="2100"/>
                  </a:cubicBezTo>
                  <a:cubicBezTo>
                    <a:pt x="5114" y="3082"/>
                    <a:pt x="4292" y="3904"/>
                    <a:pt x="3288" y="3904"/>
                  </a:cubicBezTo>
                  <a:cubicBezTo>
                    <a:pt x="2512" y="3904"/>
                    <a:pt x="1827" y="3401"/>
                    <a:pt x="1599" y="2694"/>
                  </a:cubicBezTo>
                  <a:cubicBezTo>
                    <a:pt x="1165" y="2671"/>
                    <a:pt x="480" y="2603"/>
                    <a:pt x="1" y="2557"/>
                  </a:cubicBezTo>
                  <a:lnTo>
                    <a:pt x="1" y="2557"/>
                  </a:lnTo>
                  <a:cubicBezTo>
                    <a:pt x="229" y="4177"/>
                    <a:pt x="1621" y="5410"/>
                    <a:pt x="3288" y="5410"/>
                  </a:cubicBezTo>
                  <a:cubicBezTo>
                    <a:pt x="5137" y="5410"/>
                    <a:pt x="6620" y="3926"/>
                    <a:pt x="6620" y="2100"/>
                  </a:cubicBezTo>
                  <a:cubicBezTo>
                    <a:pt x="6620" y="1301"/>
                    <a:pt x="6346" y="571"/>
                    <a:pt x="58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4"/>
            <p:cNvSpPr/>
            <p:nvPr/>
          </p:nvSpPr>
          <p:spPr>
            <a:xfrm>
              <a:off x="8146035" y="1863998"/>
              <a:ext cx="420731" cy="343842"/>
            </a:xfrm>
            <a:custGeom>
              <a:avLst/>
              <a:gdLst/>
              <a:ahLst/>
              <a:cxnLst/>
              <a:rect l="l" t="t" r="r" b="b"/>
              <a:pathLst>
                <a:path w="6621" h="5411" fill="none" extrusionOk="0">
                  <a:moveTo>
                    <a:pt x="3288" y="5410"/>
                  </a:moveTo>
                  <a:cubicBezTo>
                    <a:pt x="5137" y="5410"/>
                    <a:pt x="6620" y="3926"/>
                    <a:pt x="6620" y="2100"/>
                  </a:cubicBezTo>
                  <a:cubicBezTo>
                    <a:pt x="6620" y="1301"/>
                    <a:pt x="6346" y="571"/>
                    <a:pt x="5867" y="0"/>
                  </a:cubicBezTo>
                  <a:lnTo>
                    <a:pt x="4863" y="1210"/>
                  </a:lnTo>
                  <a:cubicBezTo>
                    <a:pt x="5022" y="1461"/>
                    <a:pt x="5114" y="1758"/>
                    <a:pt x="5114" y="2100"/>
                  </a:cubicBezTo>
                  <a:cubicBezTo>
                    <a:pt x="5114" y="3082"/>
                    <a:pt x="4292" y="3904"/>
                    <a:pt x="3288" y="3904"/>
                  </a:cubicBezTo>
                  <a:cubicBezTo>
                    <a:pt x="2512" y="3904"/>
                    <a:pt x="1827" y="3401"/>
                    <a:pt x="1599" y="2694"/>
                  </a:cubicBezTo>
                  <a:cubicBezTo>
                    <a:pt x="1165" y="2671"/>
                    <a:pt x="480" y="2603"/>
                    <a:pt x="1" y="2557"/>
                  </a:cubicBezTo>
                  <a:cubicBezTo>
                    <a:pt x="229" y="4177"/>
                    <a:pt x="1621" y="5410"/>
                    <a:pt x="3288" y="5410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4"/>
            <p:cNvSpPr/>
            <p:nvPr/>
          </p:nvSpPr>
          <p:spPr>
            <a:xfrm>
              <a:off x="8378099" y="2322347"/>
              <a:ext cx="188665" cy="211795"/>
            </a:xfrm>
            <a:custGeom>
              <a:avLst/>
              <a:gdLst/>
              <a:ahLst/>
              <a:cxnLst/>
              <a:rect l="l" t="t" r="r" b="b"/>
              <a:pathLst>
                <a:path w="2969" h="3333" extrusionOk="0">
                  <a:moveTo>
                    <a:pt x="320" y="0"/>
                  </a:moveTo>
                  <a:lnTo>
                    <a:pt x="1" y="1461"/>
                  </a:lnTo>
                  <a:cubicBezTo>
                    <a:pt x="823" y="1644"/>
                    <a:pt x="1462" y="2374"/>
                    <a:pt x="1462" y="3241"/>
                  </a:cubicBezTo>
                  <a:cubicBezTo>
                    <a:pt x="1462" y="3264"/>
                    <a:pt x="1462" y="3264"/>
                    <a:pt x="1462" y="3264"/>
                  </a:cubicBezTo>
                  <a:lnTo>
                    <a:pt x="2968" y="3333"/>
                  </a:lnTo>
                  <a:cubicBezTo>
                    <a:pt x="2968" y="3310"/>
                    <a:pt x="2968" y="3264"/>
                    <a:pt x="2968" y="3241"/>
                  </a:cubicBezTo>
                  <a:cubicBezTo>
                    <a:pt x="2968" y="1644"/>
                    <a:pt x="1827" y="297"/>
                    <a:pt x="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4"/>
            <p:cNvSpPr/>
            <p:nvPr/>
          </p:nvSpPr>
          <p:spPr>
            <a:xfrm>
              <a:off x="8378099" y="2322347"/>
              <a:ext cx="188665" cy="211795"/>
            </a:xfrm>
            <a:custGeom>
              <a:avLst/>
              <a:gdLst/>
              <a:ahLst/>
              <a:cxnLst/>
              <a:rect l="l" t="t" r="r" b="b"/>
              <a:pathLst>
                <a:path w="2969" h="3333" fill="none" extrusionOk="0">
                  <a:moveTo>
                    <a:pt x="2968" y="3333"/>
                  </a:moveTo>
                  <a:cubicBezTo>
                    <a:pt x="2968" y="3310"/>
                    <a:pt x="2968" y="3264"/>
                    <a:pt x="2968" y="3241"/>
                  </a:cubicBezTo>
                  <a:cubicBezTo>
                    <a:pt x="2968" y="1644"/>
                    <a:pt x="1827" y="297"/>
                    <a:pt x="320" y="0"/>
                  </a:cubicBezTo>
                  <a:lnTo>
                    <a:pt x="1" y="1461"/>
                  </a:lnTo>
                  <a:cubicBezTo>
                    <a:pt x="823" y="1644"/>
                    <a:pt x="1462" y="2374"/>
                    <a:pt x="1462" y="3241"/>
                  </a:cubicBezTo>
                  <a:cubicBezTo>
                    <a:pt x="1462" y="3264"/>
                    <a:pt x="1462" y="3264"/>
                    <a:pt x="1462" y="3264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4"/>
            <p:cNvSpPr/>
            <p:nvPr/>
          </p:nvSpPr>
          <p:spPr>
            <a:xfrm>
              <a:off x="8144573" y="2317962"/>
              <a:ext cx="417808" cy="422129"/>
            </a:xfrm>
            <a:custGeom>
              <a:avLst/>
              <a:gdLst/>
              <a:ahLst/>
              <a:cxnLst/>
              <a:rect l="l" t="t" r="r" b="b"/>
              <a:pathLst>
                <a:path w="6575" h="6643" extrusionOk="0">
                  <a:moveTo>
                    <a:pt x="3311" y="1"/>
                  </a:moveTo>
                  <a:cubicBezTo>
                    <a:pt x="1485" y="1"/>
                    <a:pt x="1" y="1484"/>
                    <a:pt x="1" y="3310"/>
                  </a:cubicBezTo>
                  <a:cubicBezTo>
                    <a:pt x="1" y="5159"/>
                    <a:pt x="1485" y="6643"/>
                    <a:pt x="3311" y="6643"/>
                  </a:cubicBezTo>
                  <a:cubicBezTo>
                    <a:pt x="4954" y="6643"/>
                    <a:pt x="6301" y="5456"/>
                    <a:pt x="6575" y="3904"/>
                  </a:cubicBezTo>
                  <a:lnTo>
                    <a:pt x="5023" y="3904"/>
                  </a:lnTo>
                  <a:cubicBezTo>
                    <a:pt x="4771" y="4611"/>
                    <a:pt x="4110" y="5136"/>
                    <a:pt x="3311" y="5136"/>
                  </a:cubicBezTo>
                  <a:cubicBezTo>
                    <a:pt x="2306" y="5136"/>
                    <a:pt x="1507" y="4315"/>
                    <a:pt x="1507" y="3310"/>
                  </a:cubicBezTo>
                  <a:cubicBezTo>
                    <a:pt x="1507" y="2329"/>
                    <a:pt x="2284" y="1553"/>
                    <a:pt x="3242" y="1507"/>
                  </a:cubicBezTo>
                  <a:lnTo>
                    <a:pt x="353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4"/>
            <p:cNvSpPr/>
            <p:nvPr/>
          </p:nvSpPr>
          <p:spPr>
            <a:xfrm>
              <a:off x="8144573" y="2317962"/>
              <a:ext cx="417808" cy="422129"/>
            </a:xfrm>
            <a:custGeom>
              <a:avLst/>
              <a:gdLst/>
              <a:ahLst/>
              <a:cxnLst/>
              <a:rect l="l" t="t" r="r" b="b"/>
              <a:pathLst>
                <a:path w="6575" h="6643" fill="none" extrusionOk="0">
                  <a:moveTo>
                    <a:pt x="6575" y="3904"/>
                  </a:moveTo>
                  <a:lnTo>
                    <a:pt x="5023" y="3904"/>
                  </a:lnTo>
                  <a:cubicBezTo>
                    <a:pt x="4771" y="4611"/>
                    <a:pt x="4110" y="5136"/>
                    <a:pt x="3311" y="5136"/>
                  </a:cubicBezTo>
                  <a:cubicBezTo>
                    <a:pt x="2306" y="5136"/>
                    <a:pt x="1507" y="4315"/>
                    <a:pt x="1507" y="3310"/>
                  </a:cubicBezTo>
                  <a:cubicBezTo>
                    <a:pt x="1507" y="2329"/>
                    <a:pt x="2284" y="1553"/>
                    <a:pt x="3242" y="1507"/>
                  </a:cubicBezTo>
                  <a:lnTo>
                    <a:pt x="3539" y="1"/>
                  </a:lnTo>
                  <a:cubicBezTo>
                    <a:pt x="3470" y="1"/>
                    <a:pt x="3402" y="1"/>
                    <a:pt x="3311" y="1"/>
                  </a:cubicBezTo>
                  <a:cubicBezTo>
                    <a:pt x="1485" y="1"/>
                    <a:pt x="1" y="1484"/>
                    <a:pt x="1" y="3310"/>
                  </a:cubicBezTo>
                  <a:cubicBezTo>
                    <a:pt x="1" y="5159"/>
                    <a:pt x="1485" y="6643"/>
                    <a:pt x="3311" y="6643"/>
                  </a:cubicBezTo>
                  <a:cubicBezTo>
                    <a:pt x="4954" y="6643"/>
                    <a:pt x="6301" y="5456"/>
                    <a:pt x="6575" y="3904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4"/>
            <p:cNvSpPr/>
            <p:nvPr/>
          </p:nvSpPr>
          <p:spPr>
            <a:xfrm>
              <a:off x="6454863" y="2812596"/>
              <a:ext cx="1715906" cy="64"/>
            </a:xfrm>
            <a:custGeom>
              <a:avLst/>
              <a:gdLst/>
              <a:ahLst/>
              <a:cxnLst/>
              <a:rect l="l" t="t" r="r" b="b"/>
              <a:pathLst>
                <a:path w="27003" h="1" fill="none" extrusionOk="0">
                  <a:moveTo>
                    <a:pt x="1" y="0"/>
                  </a:moveTo>
                  <a:lnTo>
                    <a:pt x="27003" y="0"/>
                  </a:lnTo>
                </a:path>
              </a:pathLst>
            </a:custGeom>
            <a:noFill/>
            <a:ln w="3425" cap="rnd" cmpd="sng">
              <a:solidFill>
                <a:srgbClr val="01000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4"/>
            <p:cNvSpPr/>
            <p:nvPr/>
          </p:nvSpPr>
          <p:spPr>
            <a:xfrm>
              <a:off x="7835684" y="1785647"/>
              <a:ext cx="190063" cy="1027014"/>
            </a:xfrm>
            <a:custGeom>
              <a:avLst/>
              <a:gdLst/>
              <a:ahLst/>
              <a:cxnLst/>
              <a:rect l="l" t="t" r="r" b="b"/>
              <a:pathLst>
                <a:path w="2991" h="16162" extrusionOk="0">
                  <a:moveTo>
                    <a:pt x="0" y="1"/>
                  </a:moveTo>
                  <a:lnTo>
                    <a:pt x="0" y="16161"/>
                  </a:lnTo>
                  <a:lnTo>
                    <a:pt x="2990" y="16161"/>
                  </a:lnTo>
                  <a:lnTo>
                    <a:pt x="299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4"/>
            <p:cNvSpPr/>
            <p:nvPr/>
          </p:nvSpPr>
          <p:spPr>
            <a:xfrm>
              <a:off x="7320783" y="2287524"/>
              <a:ext cx="188602" cy="525136"/>
            </a:xfrm>
            <a:custGeom>
              <a:avLst/>
              <a:gdLst/>
              <a:ahLst/>
              <a:cxnLst/>
              <a:rect l="l" t="t" r="r" b="b"/>
              <a:pathLst>
                <a:path w="2968" h="8264" extrusionOk="0">
                  <a:moveTo>
                    <a:pt x="0" y="0"/>
                  </a:moveTo>
                  <a:lnTo>
                    <a:pt x="0" y="8263"/>
                  </a:lnTo>
                  <a:lnTo>
                    <a:pt x="2968" y="8263"/>
                  </a:lnTo>
                  <a:lnTo>
                    <a:pt x="2968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4"/>
            <p:cNvSpPr/>
            <p:nvPr/>
          </p:nvSpPr>
          <p:spPr>
            <a:xfrm>
              <a:off x="7578964" y="2104769"/>
              <a:ext cx="188602" cy="707891"/>
            </a:xfrm>
            <a:custGeom>
              <a:avLst/>
              <a:gdLst/>
              <a:ahLst/>
              <a:cxnLst/>
              <a:rect l="l" t="t" r="r" b="b"/>
              <a:pathLst>
                <a:path w="2968" h="11140" extrusionOk="0">
                  <a:moveTo>
                    <a:pt x="0" y="0"/>
                  </a:moveTo>
                  <a:lnTo>
                    <a:pt x="0" y="11139"/>
                  </a:lnTo>
                  <a:lnTo>
                    <a:pt x="2967" y="11139"/>
                  </a:lnTo>
                  <a:lnTo>
                    <a:pt x="2967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4"/>
            <p:cNvSpPr/>
            <p:nvPr/>
          </p:nvSpPr>
          <p:spPr>
            <a:xfrm>
              <a:off x="6804421" y="1971325"/>
              <a:ext cx="188602" cy="841336"/>
            </a:xfrm>
            <a:custGeom>
              <a:avLst/>
              <a:gdLst/>
              <a:ahLst/>
              <a:cxnLst/>
              <a:rect l="l" t="t" r="r" b="b"/>
              <a:pathLst>
                <a:path w="2968" h="13240" extrusionOk="0">
                  <a:moveTo>
                    <a:pt x="0" y="1"/>
                  </a:moveTo>
                  <a:lnTo>
                    <a:pt x="0" y="13239"/>
                  </a:lnTo>
                  <a:lnTo>
                    <a:pt x="2968" y="13239"/>
                  </a:lnTo>
                  <a:lnTo>
                    <a:pt x="2968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4"/>
            <p:cNvSpPr/>
            <p:nvPr/>
          </p:nvSpPr>
          <p:spPr>
            <a:xfrm>
              <a:off x="6546240" y="2596480"/>
              <a:ext cx="190063" cy="216180"/>
            </a:xfrm>
            <a:custGeom>
              <a:avLst/>
              <a:gdLst/>
              <a:ahLst/>
              <a:cxnLst/>
              <a:rect l="l" t="t" r="r" b="b"/>
              <a:pathLst>
                <a:path w="2991" h="3402" extrusionOk="0">
                  <a:moveTo>
                    <a:pt x="1" y="0"/>
                  </a:moveTo>
                  <a:lnTo>
                    <a:pt x="1" y="3401"/>
                  </a:lnTo>
                  <a:lnTo>
                    <a:pt x="2991" y="3401"/>
                  </a:lnTo>
                  <a:lnTo>
                    <a:pt x="299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4"/>
            <p:cNvSpPr/>
            <p:nvPr/>
          </p:nvSpPr>
          <p:spPr>
            <a:xfrm>
              <a:off x="7062602" y="2416584"/>
              <a:ext cx="188602" cy="396076"/>
            </a:xfrm>
            <a:custGeom>
              <a:avLst/>
              <a:gdLst/>
              <a:ahLst/>
              <a:cxnLst/>
              <a:rect l="l" t="t" r="r" b="b"/>
              <a:pathLst>
                <a:path w="2968" h="6233" extrusionOk="0">
                  <a:moveTo>
                    <a:pt x="0" y="1"/>
                  </a:moveTo>
                  <a:lnTo>
                    <a:pt x="0" y="6232"/>
                  </a:lnTo>
                  <a:lnTo>
                    <a:pt x="2968" y="6232"/>
                  </a:lnTo>
                  <a:lnTo>
                    <a:pt x="2968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4"/>
            <p:cNvSpPr/>
            <p:nvPr/>
          </p:nvSpPr>
          <p:spPr>
            <a:xfrm>
              <a:off x="6585383" y="1808905"/>
              <a:ext cx="1151753" cy="512046"/>
            </a:xfrm>
            <a:custGeom>
              <a:avLst/>
              <a:gdLst/>
              <a:ahLst/>
              <a:cxnLst/>
              <a:rect l="l" t="t" r="r" b="b"/>
              <a:pathLst>
                <a:path w="18125" h="8058" fill="none" extrusionOk="0">
                  <a:moveTo>
                    <a:pt x="1" y="7395"/>
                  </a:moveTo>
                  <a:lnTo>
                    <a:pt x="3037" y="1621"/>
                  </a:lnTo>
                  <a:lnTo>
                    <a:pt x="6734" y="1621"/>
                  </a:lnTo>
                  <a:lnTo>
                    <a:pt x="9268" y="8057"/>
                  </a:lnTo>
                  <a:lnTo>
                    <a:pt x="11710" y="3310"/>
                  </a:lnTo>
                  <a:lnTo>
                    <a:pt x="13057" y="5273"/>
                  </a:lnTo>
                  <a:lnTo>
                    <a:pt x="18124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4"/>
            <p:cNvSpPr/>
            <p:nvPr/>
          </p:nvSpPr>
          <p:spPr>
            <a:xfrm>
              <a:off x="7306231" y="1995981"/>
              <a:ext cx="46515" cy="47913"/>
            </a:xfrm>
            <a:custGeom>
              <a:avLst/>
              <a:gdLst/>
              <a:ahLst/>
              <a:cxnLst/>
              <a:rect l="l" t="t" r="r" b="b"/>
              <a:pathLst>
                <a:path w="732" h="754" extrusionOk="0">
                  <a:moveTo>
                    <a:pt x="366" y="1"/>
                  </a:moveTo>
                  <a:cubicBezTo>
                    <a:pt x="161" y="1"/>
                    <a:pt x="1" y="160"/>
                    <a:pt x="1" y="366"/>
                  </a:cubicBezTo>
                  <a:cubicBezTo>
                    <a:pt x="1" y="571"/>
                    <a:pt x="161" y="754"/>
                    <a:pt x="366" y="754"/>
                  </a:cubicBezTo>
                  <a:cubicBezTo>
                    <a:pt x="572" y="754"/>
                    <a:pt x="731" y="571"/>
                    <a:pt x="731" y="366"/>
                  </a:cubicBezTo>
                  <a:cubicBezTo>
                    <a:pt x="731" y="160"/>
                    <a:pt x="572" y="1"/>
                    <a:pt x="3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4"/>
            <p:cNvSpPr/>
            <p:nvPr/>
          </p:nvSpPr>
          <p:spPr>
            <a:xfrm>
              <a:off x="7391826" y="2122181"/>
              <a:ext cx="46515" cy="47913"/>
            </a:xfrm>
            <a:custGeom>
              <a:avLst/>
              <a:gdLst/>
              <a:ahLst/>
              <a:cxnLst/>
              <a:rect l="l" t="t" r="r" b="b"/>
              <a:pathLst>
                <a:path w="732" h="754" extrusionOk="0">
                  <a:moveTo>
                    <a:pt x="366" y="0"/>
                  </a:moveTo>
                  <a:cubicBezTo>
                    <a:pt x="160" y="0"/>
                    <a:pt x="1" y="183"/>
                    <a:pt x="1" y="388"/>
                  </a:cubicBezTo>
                  <a:cubicBezTo>
                    <a:pt x="1" y="594"/>
                    <a:pt x="160" y="754"/>
                    <a:pt x="366" y="754"/>
                  </a:cubicBezTo>
                  <a:cubicBezTo>
                    <a:pt x="571" y="754"/>
                    <a:pt x="731" y="594"/>
                    <a:pt x="731" y="388"/>
                  </a:cubicBezTo>
                  <a:cubicBezTo>
                    <a:pt x="731" y="183"/>
                    <a:pt x="571" y="0"/>
                    <a:pt x="3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4"/>
            <p:cNvSpPr/>
            <p:nvPr/>
          </p:nvSpPr>
          <p:spPr>
            <a:xfrm>
              <a:off x="7148196" y="2296230"/>
              <a:ext cx="47913" cy="47913"/>
            </a:xfrm>
            <a:custGeom>
              <a:avLst/>
              <a:gdLst/>
              <a:ahLst/>
              <a:cxnLst/>
              <a:rect l="l" t="t" r="r" b="b"/>
              <a:pathLst>
                <a:path w="754" h="754" extrusionOk="0">
                  <a:moveTo>
                    <a:pt x="365" y="0"/>
                  </a:moveTo>
                  <a:cubicBezTo>
                    <a:pt x="160" y="0"/>
                    <a:pt x="0" y="183"/>
                    <a:pt x="0" y="388"/>
                  </a:cubicBezTo>
                  <a:cubicBezTo>
                    <a:pt x="0" y="594"/>
                    <a:pt x="160" y="754"/>
                    <a:pt x="365" y="754"/>
                  </a:cubicBezTo>
                  <a:cubicBezTo>
                    <a:pt x="593" y="754"/>
                    <a:pt x="753" y="594"/>
                    <a:pt x="753" y="388"/>
                  </a:cubicBezTo>
                  <a:cubicBezTo>
                    <a:pt x="753" y="183"/>
                    <a:pt x="593" y="0"/>
                    <a:pt x="3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4"/>
            <p:cNvSpPr/>
            <p:nvPr/>
          </p:nvSpPr>
          <p:spPr>
            <a:xfrm>
              <a:off x="6990098" y="1888653"/>
              <a:ext cx="47913" cy="46451"/>
            </a:xfrm>
            <a:custGeom>
              <a:avLst/>
              <a:gdLst/>
              <a:ahLst/>
              <a:cxnLst/>
              <a:rect l="l" t="t" r="r" b="b"/>
              <a:pathLst>
                <a:path w="754" h="731" extrusionOk="0">
                  <a:moveTo>
                    <a:pt x="388" y="0"/>
                  </a:moveTo>
                  <a:cubicBezTo>
                    <a:pt x="183" y="0"/>
                    <a:pt x="0" y="160"/>
                    <a:pt x="0" y="366"/>
                  </a:cubicBezTo>
                  <a:cubicBezTo>
                    <a:pt x="0" y="571"/>
                    <a:pt x="183" y="731"/>
                    <a:pt x="388" y="731"/>
                  </a:cubicBezTo>
                  <a:cubicBezTo>
                    <a:pt x="594" y="731"/>
                    <a:pt x="753" y="571"/>
                    <a:pt x="753" y="366"/>
                  </a:cubicBezTo>
                  <a:cubicBezTo>
                    <a:pt x="753" y="160"/>
                    <a:pt x="594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4"/>
            <p:cNvSpPr/>
            <p:nvPr/>
          </p:nvSpPr>
          <p:spPr>
            <a:xfrm>
              <a:off x="6756572" y="1884269"/>
              <a:ext cx="47913" cy="47976"/>
            </a:xfrm>
            <a:custGeom>
              <a:avLst/>
              <a:gdLst/>
              <a:ahLst/>
              <a:cxnLst/>
              <a:rect l="l" t="t" r="r" b="b"/>
              <a:pathLst>
                <a:path w="754" h="755" extrusionOk="0">
                  <a:moveTo>
                    <a:pt x="365" y="1"/>
                  </a:moveTo>
                  <a:cubicBezTo>
                    <a:pt x="160" y="1"/>
                    <a:pt x="0" y="184"/>
                    <a:pt x="0" y="389"/>
                  </a:cubicBezTo>
                  <a:cubicBezTo>
                    <a:pt x="0" y="594"/>
                    <a:pt x="160" y="754"/>
                    <a:pt x="365" y="754"/>
                  </a:cubicBezTo>
                  <a:cubicBezTo>
                    <a:pt x="594" y="754"/>
                    <a:pt x="753" y="594"/>
                    <a:pt x="753" y="389"/>
                  </a:cubicBezTo>
                  <a:cubicBezTo>
                    <a:pt x="753" y="184"/>
                    <a:pt x="594" y="1"/>
                    <a:pt x="3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4"/>
            <p:cNvSpPr/>
            <p:nvPr/>
          </p:nvSpPr>
          <p:spPr>
            <a:xfrm>
              <a:off x="7706561" y="1713142"/>
              <a:ext cx="119020" cy="119020"/>
            </a:xfrm>
            <a:custGeom>
              <a:avLst/>
              <a:gdLst/>
              <a:ahLst/>
              <a:cxnLst/>
              <a:rect l="l" t="t" r="r" b="b"/>
              <a:pathLst>
                <a:path w="1873" h="1873" extrusionOk="0">
                  <a:moveTo>
                    <a:pt x="1872" y="1"/>
                  </a:moveTo>
                  <a:lnTo>
                    <a:pt x="1" y="1210"/>
                  </a:lnTo>
                  <a:lnTo>
                    <a:pt x="822" y="1872"/>
                  </a:lnTo>
                  <a:lnTo>
                    <a:pt x="18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4"/>
            <p:cNvSpPr/>
            <p:nvPr/>
          </p:nvSpPr>
          <p:spPr>
            <a:xfrm>
              <a:off x="6990098" y="1911847"/>
              <a:ext cx="24719" cy="24719"/>
            </a:xfrm>
            <a:custGeom>
              <a:avLst/>
              <a:gdLst/>
              <a:ahLst/>
              <a:cxnLst/>
              <a:rect l="l" t="t" r="r" b="b"/>
              <a:pathLst>
                <a:path w="389" h="389" extrusionOk="0">
                  <a:moveTo>
                    <a:pt x="183" y="1"/>
                  </a:moveTo>
                  <a:cubicBezTo>
                    <a:pt x="69" y="1"/>
                    <a:pt x="0" y="92"/>
                    <a:pt x="0" y="206"/>
                  </a:cubicBezTo>
                  <a:cubicBezTo>
                    <a:pt x="0" y="297"/>
                    <a:pt x="91" y="389"/>
                    <a:pt x="205" y="389"/>
                  </a:cubicBezTo>
                  <a:cubicBezTo>
                    <a:pt x="297" y="366"/>
                    <a:pt x="388" y="297"/>
                    <a:pt x="388" y="183"/>
                  </a:cubicBezTo>
                  <a:cubicBezTo>
                    <a:pt x="365" y="69"/>
                    <a:pt x="297" y="1"/>
                    <a:pt x="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4"/>
            <p:cNvSpPr/>
            <p:nvPr/>
          </p:nvSpPr>
          <p:spPr>
            <a:xfrm>
              <a:off x="6422964" y="1878486"/>
              <a:ext cx="50836" cy="27706"/>
            </a:xfrm>
            <a:custGeom>
              <a:avLst/>
              <a:gdLst/>
              <a:ahLst/>
              <a:cxnLst/>
              <a:rect l="l" t="t" r="r" b="b"/>
              <a:pathLst>
                <a:path w="800" h="436" extrusionOk="0">
                  <a:moveTo>
                    <a:pt x="0" y="1"/>
                  </a:moveTo>
                  <a:lnTo>
                    <a:pt x="0" y="1"/>
                  </a:lnTo>
                  <a:cubicBezTo>
                    <a:pt x="22" y="197"/>
                    <a:pt x="211" y="436"/>
                    <a:pt x="428" y="436"/>
                  </a:cubicBezTo>
                  <a:cubicBezTo>
                    <a:pt x="437" y="436"/>
                    <a:pt x="447" y="435"/>
                    <a:pt x="457" y="434"/>
                  </a:cubicBezTo>
                  <a:cubicBezTo>
                    <a:pt x="708" y="389"/>
                    <a:pt x="799" y="46"/>
                    <a:pt x="799" y="4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2" name="Google Shape;652;p34"/>
          <p:cNvSpPr/>
          <p:nvPr/>
        </p:nvSpPr>
        <p:spPr>
          <a:xfrm>
            <a:off x="5748503" y="1777340"/>
            <a:ext cx="251003" cy="252401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34"/>
          <p:cNvSpPr/>
          <p:nvPr/>
        </p:nvSpPr>
        <p:spPr>
          <a:xfrm>
            <a:off x="4890185" y="2008340"/>
            <a:ext cx="590737" cy="590737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4" name="Google Shape;654;p34"/>
          <p:cNvGrpSpPr/>
          <p:nvPr/>
        </p:nvGrpSpPr>
        <p:grpSpPr>
          <a:xfrm>
            <a:off x="5325950" y="2920356"/>
            <a:ext cx="3843675" cy="1070750"/>
            <a:chOff x="5325950" y="2920356"/>
            <a:chExt cx="3843675" cy="1070750"/>
          </a:xfrm>
        </p:grpSpPr>
        <p:sp>
          <p:nvSpPr>
            <p:cNvPr id="655" name="Google Shape;655;p34"/>
            <p:cNvSpPr/>
            <p:nvPr/>
          </p:nvSpPr>
          <p:spPr>
            <a:xfrm>
              <a:off x="7644224" y="3194055"/>
              <a:ext cx="95762" cy="95762"/>
            </a:xfrm>
            <a:custGeom>
              <a:avLst/>
              <a:gdLst/>
              <a:ahLst/>
              <a:cxnLst/>
              <a:rect l="l" t="t" r="r" b="b"/>
              <a:pathLst>
                <a:path w="1507" h="1507" extrusionOk="0">
                  <a:moveTo>
                    <a:pt x="753" y="0"/>
                  </a:moveTo>
                  <a:cubicBezTo>
                    <a:pt x="343" y="0"/>
                    <a:pt x="0" y="343"/>
                    <a:pt x="0" y="753"/>
                  </a:cubicBezTo>
                  <a:cubicBezTo>
                    <a:pt x="0" y="1164"/>
                    <a:pt x="343" y="1507"/>
                    <a:pt x="753" y="1507"/>
                  </a:cubicBezTo>
                  <a:cubicBezTo>
                    <a:pt x="1164" y="1507"/>
                    <a:pt x="1507" y="1164"/>
                    <a:pt x="1507" y="753"/>
                  </a:cubicBezTo>
                  <a:cubicBezTo>
                    <a:pt x="1507" y="343"/>
                    <a:pt x="1164" y="0"/>
                    <a:pt x="7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4"/>
            <p:cNvSpPr/>
            <p:nvPr/>
          </p:nvSpPr>
          <p:spPr>
            <a:xfrm>
              <a:off x="8170690" y="3534910"/>
              <a:ext cx="97287" cy="97224"/>
            </a:xfrm>
            <a:custGeom>
              <a:avLst/>
              <a:gdLst/>
              <a:ahLst/>
              <a:cxnLst/>
              <a:rect l="l" t="t" r="r" b="b"/>
              <a:pathLst>
                <a:path w="1531" h="1530" extrusionOk="0">
                  <a:moveTo>
                    <a:pt x="754" y="0"/>
                  </a:moveTo>
                  <a:cubicBezTo>
                    <a:pt x="343" y="0"/>
                    <a:pt x="1" y="343"/>
                    <a:pt x="1" y="776"/>
                  </a:cubicBezTo>
                  <a:cubicBezTo>
                    <a:pt x="1" y="1187"/>
                    <a:pt x="343" y="1529"/>
                    <a:pt x="754" y="1529"/>
                  </a:cubicBezTo>
                  <a:cubicBezTo>
                    <a:pt x="1188" y="1529"/>
                    <a:pt x="1530" y="1187"/>
                    <a:pt x="1530" y="776"/>
                  </a:cubicBezTo>
                  <a:cubicBezTo>
                    <a:pt x="1530" y="343"/>
                    <a:pt x="1188" y="0"/>
                    <a:pt x="7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4"/>
            <p:cNvSpPr/>
            <p:nvPr/>
          </p:nvSpPr>
          <p:spPr>
            <a:xfrm>
              <a:off x="8785673" y="3078023"/>
              <a:ext cx="97287" cy="97224"/>
            </a:xfrm>
            <a:custGeom>
              <a:avLst/>
              <a:gdLst/>
              <a:ahLst/>
              <a:cxnLst/>
              <a:rect l="l" t="t" r="r" b="b"/>
              <a:pathLst>
                <a:path w="1531" h="1530" extrusionOk="0">
                  <a:moveTo>
                    <a:pt x="754" y="0"/>
                  </a:moveTo>
                  <a:cubicBezTo>
                    <a:pt x="343" y="0"/>
                    <a:pt x="1" y="343"/>
                    <a:pt x="1" y="753"/>
                  </a:cubicBezTo>
                  <a:cubicBezTo>
                    <a:pt x="1" y="1187"/>
                    <a:pt x="343" y="1529"/>
                    <a:pt x="754" y="1529"/>
                  </a:cubicBezTo>
                  <a:cubicBezTo>
                    <a:pt x="1188" y="1529"/>
                    <a:pt x="1530" y="1187"/>
                    <a:pt x="1530" y="753"/>
                  </a:cubicBezTo>
                  <a:cubicBezTo>
                    <a:pt x="1530" y="343"/>
                    <a:pt x="1188" y="0"/>
                    <a:pt x="7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4"/>
            <p:cNvSpPr/>
            <p:nvPr/>
          </p:nvSpPr>
          <p:spPr>
            <a:xfrm>
              <a:off x="7011830" y="3862674"/>
              <a:ext cx="95762" cy="97224"/>
            </a:xfrm>
            <a:custGeom>
              <a:avLst/>
              <a:gdLst/>
              <a:ahLst/>
              <a:cxnLst/>
              <a:rect l="l" t="t" r="r" b="b"/>
              <a:pathLst>
                <a:path w="1507" h="1530" extrusionOk="0">
                  <a:moveTo>
                    <a:pt x="754" y="1"/>
                  </a:moveTo>
                  <a:cubicBezTo>
                    <a:pt x="320" y="1"/>
                    <a:pt x="0" y="343"/>
                    <a:pt x="0" y="754"/>
                  </a:cubicBezTo>
                  <a:cubicBezTo>
                    <a:pt x="0" y="1188"/>
                    <a:pt x="320" y="1530"/>
                    <a:pt x="754" y="1530"/>
                  </a:cubicBezTo>
                  <a:cubicBezTo>
                    <a:pt x="1165" y="1530"/>
                    <a:pt x="1507" y="1188"/>
                    <a:pt x="1507" y="754"/>
                  </a:cubicBezTo>
                  <a:cubicBezTo>
                    <a:pt x="1507" y="343"/>
                    <a:pt x="1165" y="1"/>
                    <a:pt x="7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4"/>
            <p:cNvSpPr/>
            <p:nvPr/>
          </p:nvSpPr>
          <p:spPr>
            <a:xfrm>
              <a:off x="7287422" y="3408710"/>
              <a:ext cx="97224" cy="97224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6" y="0"/>
                  </a:moveTo>
                  <a:cubicBezTo>
                    <a:pt x="343" y="0"/>
                    <a:pt x="0" y="343"/>
                    <a:pt x="0" y="776"/>
                  </a:cubicBezTo>
                  <a:cubicBezTo>
                    <a:pt x="0" y="1187"/>
                    <a:pt x="343" y="1530"/>
                    <a:pt x="776" y="1530"/>
                  </a:cubicBezTo>
                  <a:cubicBezTo>
                    <a:pt x="1187" y="1530"/>
                    <a:pt x="1530" y="1187"/>
                    <a:pt x="1530" y="776"/>
                  </a:cubicBezTo>
                  <a:cubicBezTo>
                    <a:pt x="1530" y="343"/>
                    <a:pt x="1187" y="0"/>
                    <a:pt x="7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4"/>
            <p:cNvSpPr/>
            <p:nvPr/>
          </p:nvSpPr>
          <p:spPr>
            <a:xfrm>
              <a:off x="5645497" y="3096832"/>
              <a:ext cx="95826" cy="97287"/>
            </a:xfrm>
            <a:custGeom>
              <a:avLst/>
              <a:gdLst/>
              <a:ahLst/>
              <a:cxnLst/>
              <a:rect l="l" t="t" r="r" b="b"/>
              <a:pathLst>
                <a:path w="1508" h="1531" extrusionOk="0">
                  <a:moveTo>
                    <a:pt x="754" y="1"/>
                  </a:moveTo>
                  <a:cubicBezTo>
                    <a:pt x="343" y="1"/>
                    <a:pt x="1" y="343"/>
                    <a:pt x="1" y="754"/>
                  </a:cubicBezTo>
                  <a:cubicBezTo>
                    <a:pt x="1" y="1188"/>
                    <a:pt x="343" y="1530"/>
                    <a:pt x="754" y="1530"/>
                  </a:cubicBezTo>
                  <a:cubicBezTo>
                    <a:pt x="1165" y="1530"/>
                    <a:pt x="1507" y="1188"/>
                    <a:pt x="1507" y="754"/>
                  </a:cubicBezTo>
                  <a:cubicBezTo>
                    <a:pt x="1507" y="343"/>
                    <a:pt x="1165" y="1"/>
                    <a:pt x="7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4"/>
            <p:cNvSpPr/>
            <p:nvPr/>
          </p:nvSpPr>
          <p:spPr>
            <a:xfrm>
              <a:off x="5325950" y="2920356"/>
              <a:ext cx="3843675" cy="1070750"/>
            </a:xfrm>
            <a:custGeom>
              <a:avLst/>
              <a:gdLst/>
              <a:ahLst/>
              <a:cxnLst/>
              <a:rect l="l" t="t" r="r" b="b"/>
              <a:pathLst>
                <a:path w="153747" h="42830" extrusionOk="0">
                  <a:moveTo>
                    <a:pt x="0" y="13859"/>
                  </a:moveTo>
                  <a:cubicBezTo>
                    <a:pt x="1332" y="13847"/>
                    <a:pt x="5387" y="14716"/>
                    <a:pt x="7993" y="13789"/>
                  </a:cubicBezTo>
                  <a:cubicBezTo>
                    <a:pt x="10600" y="12862"/>
                    <a:pt x="12743" y="10082"/>
                    <a:pt x="15639" y="8298"/>
                  </a:cubicBezTo>
                  <a:cubicBezTo>
                    <a:pt x="18535" y="6514"/>
                    <a:pt x="20794" y="2911"/>
                    <a:pt x="25370" y="3085"/>
                  </a:cubicBezTo>
                  <a:cubicBezTo>
                    <a:pt x="29946" y="3259"/>
                    <a:pt x="38055" y="3143"/>
                    <a:pt x="43094" y="9341"/>
                  </a:cubicBezTo>
                  <a:cubicBezTo>
                    <a:pt x="48133" y="15539"/>
                    <a:pt x="51088" y="35232"/>
                    <a:pt x="55606" y="40271"/>
                  </a:cubicBezTo>
                  <a:cubicBezTo>
                    <a:pt x="60124" y="45310"/>
                    <a:pt x="66437" y="41719"/>
                    <a:pt x="70202" y="39576"/>
                  </a:cubicBezTo>
                  <a:cubicBezTo>
                    <a:pt x="73967" y="37433"/>
                    <a:pt x="76226" y="30830"/>
                    <a:pt x="78195" y="27413"/>
                  </a:cubicBezTo>
                  <a:cubicBezTo>
                    <a:pt x="80164" y="23996"/>
                    <a:pt x="80396" y="21389"/>
                    <a:pt x="82018" y="19072"/>
                  </a:cubicBezTo>
                  <a:cubicBezTo>
                    <a:pt x="83640" y="16755"/>
                    <a:pt x="85766" y="14668"/>
                    <a:pt x="87926" y="13511"/>
                  </a:cubicBezTo>
                  <a:cubicBezTo>
                    <a:pt x="90086" y="12355"/>
                    <a:pt x="92418" y="11966"/>
                    <a:pt x="94976" y="12133"/>
                  </a:cubicBezTo>
                  <a:cubicBezTo>
                    <a:pt x="97534" y="12301"/>
                    <a:pt x="100788" y="12927"/>
                    <a:pt x="103274" y="14516"/>
                  </a:cubicBezTo>
                  <a:cubicBezTo>
                    <a:pt x="105760" y="16105"/>
                    <a:pt x="107820" y="19606"/>
                    <a:pt x="109894" y="21666"/>
                  </a:cubicBezTo>
                  <a:cubicBezTo>
                    <a:pt x="111968" y="23726"/>
                    <a:pt x="113001" y="25594"/>
                    <a:pt x="115720" y="26874"/>
                  </a:cubicBezTo>
                  <a:cubicBezTo>
                    <a:pt x="118439" y="28154"/>
                    <a:pt x="122737" y="30141"/>
                    <a:pt x="126206" y="29346"/>
                  </a:cubicBezTo>
                  <a:cubicBezTo>
                    <a:pt x="129675" y="28552"/>
                    <a:pt x="134168" y="25847"/>
                    <a:pt x="136534" y="22107"/>
                  </a:cubicBezTo>
                  <a:cubicBezTo>
                    <a:pt x="138900" y="18367"/>
                    <a:pt x="138742" y="10483"/>
                    <a:pt x="140404" y="6908"/>
                  </a:cubicBezTo>
                  <a:cubicBezTo>
                    <a:pt x="142067" y="3333"/>
                    <a:pt x="144285" y="1788"/>
                    <a:pt x="146509" y="658"/>
                  </a:cubicBezTo>
                  <a:cubicBezTo>
                    <a:pt x="148733" y="-472"/>
                    <a:pt x="152541" y="216"/>
                    <a:pt x="153747" y="128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662" name="Google Shape;662;p34"/>
          <p:cNvGrpSpPr/>
          <p:nvPr/>
        </p:nvGrpSpPr>
        <p:grpSpPr>
          <a:xfrm>
            <a:off x="5804156" y="1524148"/>
            <a:ext cx="1470802" cy="3078317"/>
            <a:chOff x="5847124" y="1524148"/>
            <a:chExt cx="1470802" cy="3078317"/>
          </a:xfrm>
        </p:grpSpPr>
        <p:sp>
          <p:nvSpPr>
            <p:cNvPr id="663" name="Google Shape;663;p34"/>
            <p:cNvSpPr/>
            <p:nvPr/>
          </p:nvSpPr>
          <p:spPr>
            <a:xfrm>
              <a:off x="7014753" y="1708440"/>
              <a:ext cx="303173" cy="316645"/>
            </a:xfrm>
            <a:custGeom>
              <a:avLst/>
              <a:gdLst/>
              <a:ahLst/>
              <a:cxnLst/>
              <a:rect l="l" t="t" r="r" b="b"/>
              <a:pathLst>
                <a:path w="4771" h="4983" extrusionOk="0">
                  <a:moveTo>
                    <a:pt x="3543" y="1"/>
                  </a:moveTo>
                  <a:cubicBezTo>
                    <a:pt x="3457" y="1"/>
                    <a:pt x="3304" y="54"/>
                    <a:pt x="3150" y="189"/>
                  </a:cubicBezTo>
                  <a:cubicBezTo>
                    <a:pt x="2967" y="326"/>
                    <a:pt x="2260" y="1330"/>
                    <a:pt x="2260" y="1330"/>
                  </a:cubicBezTo>
                  <a:cubicBezTo>
                    <a:pt x="2260" y="1330"/>
                    <a:pt x="2283" y="1239"/>
                    <a:pt x="2305" y="988"/>
                  </a:cubicBezTo>
                  <a:cubicBezTo>
                    <a:pt x="2305" y="759"/>
                    <a:pt x="2214" y="668"/>
                    <a:pt x="2123" y="622"/>
                  </a:cubicBezTo>
                  <a:cubicBezTo>
                    <a:pt x="2117" y="621"/>
                    <a:pt x="2111" y="620"/>
                    <a:pt x="2104" y="620"/>
                  </a:cubicBezTo>
                  <a:cubicBezTo>
                    <a:pt x="2003" y="620"/>
                    <a:pt x="1795" y="775"/>
                    <a:pt x="1666" y="1010"/>
                  </a:cubicBezTo>
                  <a:cubicBezTo>
                    <a:pt x="1507" y="1239"/>
                    <a:pt x="1187" y="2083"/>
                    <a:pt x="1187" y="2083"/>
                  </a:cubicBezTo>
                  <a:lnTo>
                    <a:pt x="0" y="3932"/>
                  </a:lnTo>
                  <a:lnTo>
                    <a:pt x="1940" y="4982"/>
                  </a:lnTo>
                  <a:lnTo>
                    <a:pt x="2305" y="4297"/>
                  </a:lnTo>
                  <a:cubicBezTo>
                    <a:pt x="2305" y="4297"/>
                    <a:pt x="3492" y="2608"/>
                    <a:pt x="3629" y="2426"/>
                  </a:cubicBezTo>
                  <a:cubicBezTo>
                    <a:pt x="3766" y="2243"/>
                    <a:pt x="4771" y="1056"/>
                    <a:pt x="4679" y="805"/>
                  </a:cubicBezTo>
                  <a:cubicBezTo>
                    <a:pt x="4649" y="721"/>
                    <a:pt x="4596" y="693"/>
                    <a:pt x="4538" y="693"/>
                  </a:cubicBezTo>
                  <a:cubicBezTo>
                    <a:pt x="4423" y="693"/>
                    <a:pt x="4291" y="805"/>
                    <a:pt x="4291" y="805"/>
                  </a:cubicBezTo>
                  <a:cubicBezTo>
                    <a:pt x="4291" y="805"/>
                    <a:pt x="4428" y="440"/>
                    <a:pt x="4383" y="280"/>
                  </a:cubicBezTo>
                  <a:cubicBezTo>
                    <a:pt x="4369" y="231"/>
                    <a:pt x="4336" y="215"/>
                    <a:pt x="4297" y="215"/>
                  </a:cubicBezTo>
                  <a:cubicBezTo>
                    <a:pt x="4207" y="215"/>
                    <a:pt x="4086" y="303"/>
                    <a:pt x="4086" y="303"/>
                  </a:cubicBezTo>
                  <a:cubicBezTo>
                    <a:pt x="4109" y="212"/>
                    <a:pt x="4017" y="75"/>
                    <a:pt x="3903" y="75"/>
                  </a:cubicBezTo>
                  <a:cubicBezTo>
                    <a:pt x="3766" y="97"/>
                    <a:pt x="3492" y="371"/>
                    <a:pt x="3492" y="371"/>
                  </a:cubicBezTo>
                  <a:cubicBezTo>
                    <a:pt x="3492" y="371"/>
                    <a:pt x="3652" y="52"/>
                    <a:pt x="3584" y="6"/>
                  </a:cubicBezTo>
                  <a:cubicBezTo>
                    <a:pt x="3573" y="3"/>
                    <a:pt x="3559" y="1"/>
                    <a:pt x="35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4"/>
            <p:cNvSpPr/>
            <p:nvPr/>
          </p:nvSpPr>
          <p:spPr>
            <a:xfrm>
              <a:off x="7014753" y="1739259"/>
              <a:ext cx="298852" cy="285825"/>
            </a:xfrm>
            <a:custGeom>
              <a:avLst/>
              <a:gdLst/>
              <a:ahLst/>
              <a:cxnLst/>
              <a:rect l="l" t="t" r="r" b="b"/>
              <a:pathLst>
                <a:path w="4703" h="4498" fill="none" extrusionOk="0">
                  <a:moveTo>
                    <a:pt x="3606" y="1073"/>
                  </a:moveTo>
                  <a:cubicBezTo>
                    <a:pt x="4154" y="320"/>
                    <a:pt x="4656" y="0"/>
                    <a:pt x="4679" y="320"/>
                  </a:cubicBezTo>
                  <a:cubicBezTo>
                    <a:pt x="4702" y="640"/>
                    <a:pt x="3492" y="2100"/>
                    <a:pt x="3104" y="2580"/>
                  </a:cubicBezTo>
                  <a:cubicBezTo>
                    <a:pt x="2716" y="3082"/>
                    <a:pt x="1895" y="4497"/>
                    <a:pt x="1895" y="4497"/>
                  </a:cubicBezTo>
                  <a:lnTo>
                    <a:pt x="0" y="3401"/>
                  </a:lnTo>
                  <a:lnTo>
                    <a:pt x="137" y="3128"/>
                  </a:lnTo>
                  <a:cubicBezTo>
                    <a:pt x="137" y="3128"/>
                    <a:pt x="982" y="1963"/>
                    <a:pt x="1347" y="1165"/>
                  </a:cubicBezTo>
                  <a:cubicBezTo>
                    <a:pt x="1735" y="366"/>
                    <a:pt x="2009" y="23"/>
                    <a:pt x="2214" y="183"/>
                  </a:cubicBezTo>
                  <a:cubicBezTo>
                    <a:pt x="2442" y="366"/>
                    <a:pt x="1986" y="1096"/>
                    <a:pt x="2077" y="1507"/>
                  </a:cubicBezTo>
                  <a:cubicBezTo>
                    <a:pt x="2146" y="1895"/>
                    <a:pt x="2123" y="2192"/>
                    <a:pt x="2054" y="2374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4"/>
            <p:cNvSpPr/>
            <p:nvPr/>
          </p:nvSpPr>
          <p:spPr>
            <a:xfrm>
              <a:off x="7226483" y="1720387"/>
              <a:ext cx="79813" cy="69709"/>
            </a:xfrm>
            <a:custGeom>
              <a:avLst/>
              <a:gdLst/>
              <a:ahLst/>
              <a:cxnLst/>
              <a:rect l="l" t="t" r="r" b="b"/>
              <a:pathLst>
                <a:path w="1256" h="1097" fill="none" extrusionOk="0">
                  <a:moveTo>
                    <a:pt x="936" y="640"/>
                  </a:moveTo>
                  <a:cubicBezTo>
                    <a:pt x="936" y="640"/>
                    <a:pt x="1256" y="1"/>
                    <a:pt x="914" y="24"/>
                  </a:cubicBezTo>
                  <a:cubicBezTo>
                    <a:pt x="731" y="46"/>
                    <a:pt x="183" y="845"/>
                    <a:pt x="1" y="1096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4"/>
            <p:cNvSpPr/>
            <p:nvPr/>
          </p:nvSpPr>
          <p:spPr>
            <a:xfrm>
              <a:off x="7209072" y="1711681"/>
              <a:ext cx="65324" cy="68247"/>
            </a:xfrm>
            <a:custGeom>
              <a:avLst/>
              <a:gdLst/>
              <a:ahLst/>
              <a:cxnLst/>
              <a:rect l="l" t="t" r="r" b="b"/>
              <a:pathLst>
                <a:path w="1028" h="1074" fill="none" extrusionOk="0">
                  <a:moveTo>
                    <a:pt x="982" y="298"/>
                  </a:moveTo>
                  <a:cubicBezTo>
                    <a:pt x="982" y="298"/>
                    <a:pt x="1028" y="69"/>
                    <a:pt x="891" y="46"/>
                  </a:cubicBezTo>
                  <a:cubicBezTo>
                    <a:pt x="777" y="1"/>
                    <a:pt x="548" y="115"/>
                    <a:pt x="366" y="434"/>
                  </a:cubicBezTo>
                  <a:cubicBezTo>
                    <a:pt x="46" y="1005"/>
                    <a:pt x="1" y="1074"/>
                    <a:pt x="1" y="1074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4"/>
            <p:cNvSpPr/>
            <p:nvPr/>
          </p:nvSpPr>
          <p:spPr>
            <a:xfrm>
              <a:off x="7151056" y="1702975"/>
              <a:ext cx="98685" cy="97287"/>
            </a:xfrm>
            <a:custGeom>
              <a:avLst/>
              <a:gdLst/>
              <a:ahLst/>
              <a:cxnLst/>
              <a:rect l="l" t="t" r="r" b="b"/>
              <a:pathLst>
                <a:path w="1553" h="1531" fill="none" extrusionOk="0">
                  <a:moveTo>
                    <a:pt x="1461" y="320"/>
                  </a:moveTo>
                  <a:cubicBezTo>
                    <a:pt x="1461" y="320"/>
                    <a:pt x="1553" y="1"/>
                    <a:pt x="1256" y="69"/>
                  </a:cubicBezTo>
                  <a:cubicBezTo>
                    <a:pt x="982" y="138"/>
                    <a:pt x="1" y="1530"/>
                    <a:pt x="1" y="1530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4"/>
            <p:cNvSpPr/>
            <p:nvPr/>
          </p:nvSpPr>
          <p:spPr>
            <a:xfrm>
              <a:off x="6479518" y="1887192"/>
              <a:ext cx="699186" cy="635768"/>
            </a:xfrm>
            <a:custGeom>
              <a:avLst/>
              <a:gdLst/>
              <a:ahLst/>
              <a:cxnLst/>
              <a:rect l="l" t="t" r="r" b="b"/>
              <a:pathLst>
                <a:path w="11003" h="10005" extrusionOk="0">
                  <a:moveTo>
                    <a:pt x="8172" y="1"/>
                  </a:moveTo>
                  <a:cubicBezTo>
                    <a:pt x="8172" y="1"/>
                    <a:pt x="5958" y="3105"/>
                    <a:pt x="4178" y="3881"/>
                  </a:cubicBezTo>
                  <a:cubicBezTo>
                    <a:pt x="3863" y="4014"/>
                    <a:pt x="3533" y="4069"/>
                    <a:pt x="3202" y="4069"/>
                  </a:cubicBezTo>
                  <a:cubicBezTo>
                    <a:pt x="1655" y="4069"/>
                    <a:pt x="92" y="2877"/>
                    <a:pt x="92" y="2877"/>
                  </a:cubicBezTo>
                  <a:lnTo>
                    <a:pt x="1" y="9062"/>
                  </a:lnTo>
                  <a:lnTo>
                    <a:pt x="1667" y="9633"/>
                  </a:lnTo>
                  <a:cubicBezTo>
                    <a:pt x="1667" y="9633"/>
                    <a:pt x="2038" y="10004"/>
                    <a:pt x="3231" y="10004"/>
                  </a:cubicBezTo>
                  <a:cubicBezTo>
                    <a:pt x="3956" y="10004"/>
                    <a:pt x="4983" y="9867"/>
                    <a:pt x="6414" y="9427"/>
                  </a:cubicBezTo>
                  <a:cubicBezTo>
                    <a:pt x="10203" y="8263"/>
                    <a:pt x="11002" y="1941"/>
                    <a:pt x="11002" y="1941"/>
                  </a:cubicBezTo>
                  <a:lnTo>
                    <a:pt x="8172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4"/>
            <p:cNvSpPr/>
            <p:nvPr/>
          </p:nvSpPr>
          <p:spPr>
            <a:xfrm>
              <a:off x="6961058" y="1887192"/>
              <a:ext cx="217642" cy="191525"/>
            </a:xfrm>
            <a:custGeom>
              <a:avLst/>
              <a:gdLst/>
              <a:ahLst/>
              <a:cxnLst/>
              <a:rect l="l" t="t" r="r" b="b"/>
              <a:pathLst>
                <a:path w="3425" h="3014" extrusionOk="0">
                  <a:moveTo>
                    <a:pt x="594" y="1"/>
                  </a:moveTo>
                  <a:cubicBezTo>
                    <a:pt x="594" y="1"/>
                    <a:pt x="366" y="343"/>
                    <a:pt x="1" y="800"/>
                  </a:cubicBezTo>
                  <a:lnTo>
                    <a:pt x="3219" y="3014"/>
                  </a:lnTo>
                  <a:cubicBezTo>
                    <a:pt x="3379" y="2352"/>
                    <a:pt x="3424" y="1941"/>
                    <a:pt x="3424" y="1941"/>
                  </a:cubicBezTo>
                  <a:lnTo>
                    <a:pt x="5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4"/>
            <p:cNvSpPr/>
            <p:nvPr/>
          </p:nvSpPr>
          <p:spPr>
            <a:xfrm>
              <a:off x="6961058" y="1887192"/>
              <a:ext cx="217642" cy="191525"/>
            </a:xfrm>
            <a:custGeom>
              <a:avLst/>
              <a:gdLst/>
              <a:ahLst/>
              <a:cxnLst/>
              <a:rect l="l" t="t" r="r" b="b"/>
              <a:pathLst>
                <a:path w="3425" h="3014" fill="none" extrusionOk="0">
                  <a:moveTo>
                    <a:pt x="594" y="1"/>
                  </a:moveTo>
                  <a:lnTo>
                    <a:pt x="3424" y="1941"/>
                  </a:lnTo>
                  <a:cubicBezTo>
                    <a:pt x="3424" y="1941"/>
                    <a:pt x="3379" y="2352"/>
                    <a:pt x="3219" y="3014"/>
                  </a:cubicBezTo>
                  <a:lnTo>
                    <a:pt x="1" y="800"/>
                  </a:lnTo>
                  <a:cubicBezTo>
                    <a:pt x="366" y="343"/>
                    <a:pt x="594" y="1"/>
                    <a:pt x="594" y="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01000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4"/>
            <p:cNvSpPr/>
            <p:nvPr/>
          </p:nvSpPr>
          <p:spPr>
            <a:xfrm>
              <a:off x="6479518" y="1887192"/>
              <a:ext cx="699186" cy="673069"/>
            </a:xfrm>
            <a:custGeom>
              <a:avLst/>
              <a:gdLst/>
              <a:ahLst/>
              <a:cxnLst/>
              <a:rect l="l" t="t" r="r" b="b"/>
              <a:pathLst>
                <a:path w="11003" h="10592" fill="none" extrusionOk="0">
                  <a:moveTo>
                    <a:pt x="8172" y="1"/>
                  </a:moveTo>
                  <a:lnTo>
                    <a:pt x="11002" y="1941"/>
                  </a:lnTo>
                  <a:cubicBezTo>
                    <a:pt x="11002" y="1941"/>
                    <a:pt x="10203" y="8263"/>
                    <a:pt x="6414" y="9427"/>
                  </a:cubicBezTo>
                  <a:cubicBezTo>
                    <a:pt x="2625" y="10592"/>
                    <a:pt x="1667" y="9633"/>
                    <a:pt x="1667" y="9633"/>
                  </a:cubicBezTo>
                  <a:lnTo>
                    <a:pt x="1" y="9062"/>
                  </a:lnTo>
                  <a:lnTo>
                    <a:pt x="92" y="2877"/>
                  </a:lnTo>
                  <a:cubicBezTo>
                    <a:pt x="92" y="2877"/>
                    <a:pt x="1370" y="3858"/>
                    <a:pt x="2740" y="4041"/>
                  </a:cubicBezTo>
                </a:path>
              </a:pathLst>
            </a:custGeom>
            <a:noFill/>
            <a:ln w="9525" cap="rnd" cmpd="sng">
              <a:solidFill>
                <a:srgbClr val="01000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4"/>
            <p:cNvSpPr/>
            <p:nvPr/>
          </p:nvSpPr>
          <p:spPr>
            <a:xfrm>
              <a:off x="5847124" y="2071408"/>
              <a:ext cx="419270" cy="749196"/>
            </a:xfrm>
            <a:custGeom>
              <a:avLst/>
              <a:gdLst/>
              <a:ahLst/>
              <a:cxnLst/>
              <a:rect l="l" t="t" r="r" b="b"/>
              <a:pathLst>
                <a:path w="6598" h="11790" extrusionOk="0">
                  <a:moveTo>
                    <a:pt x="6392" y="0"/>
                  </a:moveTo>
                  <a:cubicBezTo>
                    <a:pt x="6391" y="1"/>
                    <a:pt x="3812" y="640"/>
                    <a:pt x="2740" y="2603"/>
                  </a:cubicBezTo>
                  <a:cubicBezTo>
                    <a:pt x="1667" y="4566"/>
                    <a:pt x="1" y="8514"/>
                    <a:pt x="1713" y="10706"/>
                  </a:cubicBezTo>
                  <a:cubicBezTo>
                    <a:pt x="2274" y="11422"/>
                    <a:pt x="3123" y="11789"/>
                    <a:pt x="4048" y="11789"/>
                  </a:cubicBezTo>
                  <a:cubicBezTo>
                    <a:pt x="4889" y="11789"/>
                    <a:pt x="5792" y="11485"/>
                    <a:pt x="6597" y="10865"/>
                  </a:cubicBezTo>
                  <a:lnTo>
                    <a:pt x="4452" y="6300"/>
                  </a:lnTo>
                  <a:lnTo>
                    <a:pt x="4342" y="6355"/>
                  </a:lnTo>
                  <a:lnTo>
                    <a:pt x="4342" y="6355"/>
                  </a:lnTo>
                  <a:lnTo>
                    <a:pt x="4406" y="6323"/>
                  </a:lnTo>
                  <a:lnTo>
                    <a:pt x="4383" y="6163"/>
                  </a:lnTo>
                  <a:lnTo>
                    <a:pt x="4223" y="4680"/>
                  </a:lnTo>
                  <a:lnTo>
                    <a:pt x="6392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4"/>
            <p:cNvSpPr/>
            <p:nvPr/>
          </p:nvSpPr>
          <p:spPr>
            <a:xfrm>
              <a:off x="6060379" y="2071408"/>
              <a:ext cx="192923" cy="111712"/>
            </a:xfrm>
            <a:custGeom>
              <a:avLst/>
              <a:gdLst/>
              <a:ahLst/>
              <a:cxnLst/>
              <a:rect l="l" t="t" r="r" b="b"/>
              <a:pathLst>
                <a:path w="3036" h="1758" fill="none" extrusionOk="0">
                  <a:moveTo>
                    <a:pt x="0" y="1758"/>
                  </a:moveTo>
                  <a:cubicBezTo>
                    <a:pt x="1233" y="457"/>
                    <a:pt x="3036" y="0"/>
                    <a:pt x="3036" y="0"/>
                  </a:cubicBezTo>
                </a:path>
              </a:pathLst>
            </a:custGeom>
            <a:noFill/>
            <a:ln w="3425" cap="rnd" cmpd="sng">
              <a:solidFill>
                <a:srgbClr val="01000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4"/>
            <p:cNvSpPr/>
            <p:nvPr/>
          </p:nvSpPr>
          <p:spPr>
            <a:xfrm>
              <a:off x="5909525" y="2368735"/>
              <a:ext cx="356869" cy="480146"/>
            </a:xfrm>
            <a:custGeom>
              <a:avLst/>
              <a:gdLst/>
              <a:ahLst/>
              <a:cxnLst/>
              <a:rect l="l" t="t" r="r" b="b"/>
              <a:pathLst>
                <a:path w="5616" h="7556" fill="none" extrusionOk="0">
                  <a:moveTo>
                    <a:pt x="3241" y="1"/>
                  </a:moveTo>
                  <a:lnTo>
                    <a:pt x="3424" y="1644"/>
                  </a:lnTo>
                  <a:lnTo>
                    <a:pt x="5615" y="6186"/>
                  </a:lnTo>
                  <a:cubicBezTo>
                    <a:pt x="3903" y="7556"/>
                    <a:pt x="1826" y="7419"/>
                    <a:pt x="731" y="6027"/>
                  </a:cubicBezTo>
                  <a:cubicBezTo>
                    <a:pt x="251" y="5410"/>
                    <a:pt x="23" y="4634"/>
                    <a:pt x="0" y="3812"/>
                  </a:cubicBezTo>
                </a:path>
              </a:pathLst>
            </a:custGeom>
            <a:noFill/>
            <a:ln w="3425" cap="rnd" cmpd="sng">
              <a:solidFill>
                <a:srgbClr val="01000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4"/>
            <p:cNvSpPr/>
            <p:nvPr/>
          </p:nvSpPr>
          <p:spPr>
            <a:xfrm>
              <a:off x="6578139" y="4126640"/>
              <a:ext cx="262631" cy="316263"/>
            </a:xfrm>
            <a:custGeom>
              <a:avLst/>
              <a:gdLst/>
              <a:ahLst/>
              <a:cxnLst/>
              <a:rect l="l" t="t" r="r" b="b"/>
              <a:pathLst>
                <a:path w="4133" h="4977" extrusionOk="0">
                  <a:moveTo>
                    <a:pt x="2968" y="1"/>
                  </a:moveTo>
                  <a:lnTo>
                    <a:pt x="1" y="343"/>
                  </a:lnTo>
                  <a:lnTo>
                    <a:pt x="1073" y="4977"/>
                  </a:lnTo>
                  <a:lnTo>
                    <a:pt x="4132" y="4680"/>
                  </a:lnTo>
                  <a:lnTo>
                    <a:pt x="29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4"/>
            <p:cNvSpPr/>
            <p:nvPr/>
          </p:nvSpPr>
          <p:spPr>
            <a:xfrm>
              <a:off x="6578139" y="4126640"/>
              <a:ext cx="262631" cy="316263"/>
            </a:xfrm>
            <a:custGeom>
              <a:avLst/>
              <a:gdLst/>
              <a:ahLst/>
              <a:cxnLst/>
              <a:rect l="l" t="t" r="r" b="b"/>
              <a:pathLst>
                <a:path w="4133" h="4977" fill="none" extrusionOk="0">
                  <a:moveTo>
                    <a:pt x="2968" y="1"/>
                  </a:moveTo>
                  <a:lnTo>
                    <a:pt x="4132" y="4680"/>
                  </a:lnTo>
                  <a:lnTo>
                    <a:pt x="1073" y="4977"/>
                  </a:lnTo>
                  <a:lnTo>
                    <a:pt x="1" y="34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4"/>
            <p:cNvSpPr/>
            <p:nvPr/>
          </p:nvSpPr>
          <p:spPr>
            <a:xfrm>
              <a:off x="6572357" y="4366013"/>
              <a:ext cx="561357" cy="236451"/>
            </a:xfrm>
            <a:custGeom>
              <a:avLst/>
              <a:gdLst/>
              <a:ahLst/>
              <a:cxnLst/>
              <a:rect l="l" t="t" r="r" b="b"/>
              <a:pathLst>
                <a:path w="8834" h="3721" extrusionOk="0">
                  <a:moveTo>
                    <a:pt x="4839" y="0"/>
                  </a:moveTo>
                  <a:lnTo>
                    <a:pt x="0" y="297"/>
                  </a:lnTo>
                  <a:lnTo>
                    <a:pt x="594" y="3721"/>
                  </a:lnTo>
                  <a:lnTo>
                    <a:pt x="8834" y="3698"/>
                  </a:lnTo>
                  <a:lnTo>
                    <a:pt x="5684" y="1917"/>
                  </a:lnTo>
                  <a:lnTo>
                    <a:pt x="48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4"/>
            <p:cNvSpPr/>
            <p:nvPr/>
          </p:nvSpPr>
          <p:spPr>
            <a:xfrm>
              <a:off x="6572357" y="4366013"/>
              <a:ext cx="561357" cy="236451"/>
            </a:xfrm>
            <a:custGeom>
              <a:avLst/>
              <a:gdLst/>
              <a:ahLst/>
              <a:cxnLst/>
              <a:rect l="l" t="t" r="r" b="b"/>
              <a:pathLst>
                <a:path w="8834" h="3721" fill="none" extrusionOk="0">
                  <a:moveTo>
                    <a:pt x="4839" y="0"/>
                  </a:moveTo>
                  <a:lnTo>
                    <a:pt x="0" y="297"/>
                  </a:lnTo>
                  <a:lnTo>
                    <a:pt x="594" y="3721"/>
                  </a:lnTo>
                  <a:lnTo>
                    <a:pt x="8834" y="3698"/>
                  </a:lnTo>
                  <a:lnTo>
                    <a:pt x="5684" y="191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4"/>
            <p:cNvSpPr/>
            <p:nvPr/>
          </p:nvSpPr>
          <p:spPr>
            <a:xfrm>
              <a:off x="6977008" y="4521190"/>
              <a:ext cx="45053" cy="30502"/>
            </a:xfrm>
            <a:custGeom>
              <a:avLst/>
              <a:gdLst/>
              <a:ahLst/>
              <a:cxnLst/>
              <a:rect l="l" t="t" r="r" b="b"/>
              <a:pathLst>
                <a:path w="709" h="480" fill="none" extrusionOk="0">
                  <a:moveTo>
                    <a:pt x="708" y="0"/>
                  </a:moveTo>
                  <a:lnTo>
                    <a:pt x="1" y="48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4"/>
            <p:cNvSpPr/>
            <p:nvPr/>
          </p:nvSpPr>
          <p:spPr>
            <a:xfrm>
              <a:off x="6940724" y="4492150"/>
              <a:ext cx="45053" cy="29104"/>
            </a:xfrm>
            <a:custGeom>
              <a:avLst/>
              <a:gdLst/>
              <a:ahLst/>
              <a:cxnLst/>
              <a:rect l="l" t="t" r="r" b="b"/>
              <a:pathLst>
                <a:path w="709" h="458" fill="none" extrusionOk="0">
                  <a:moveTo>
                    <a:pt x="709" y="1"/>
                  </a:moveTo>
                  <a:lnTo>
                    <a:pt x="1" y="457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4"/>
            <p:cNvSpPr/>
            <p:nvPr/>
          </p:nvSpPr>
          <p:spPr>
            <a:xfrm>
              <a:off x="6589768" y="4484906"/>
              <a:ext cx="168267" cy="117558"/>
            </a:xfrm>
            <a:custGeom>
              <a:avLst/>
              <a:gdLst/>
              <a:ahLst/>
              <a:cxnLst/>
              <a:rect l="l" t="t" r="r" b="b"/>
              <a:pathLst>
                <a:path w="2648" h="1850" extrusionOk="0">
                  <a:moveTo>
                    <a:pt x="411" y="1"/>
                  </a:moveTo>
                  <a:cubicBezTo>
                    <a:pt x="274" y="1"/>
                    <a:pt x="137" y="1"/>
                    <a:pt x="0" y="24"/>
                  </a:cubicBezTo>
                  <a:lnTo>
                    <a:pt x="320" y="1850"/>
                  </a:lnTo>
                  <a:lnTo>
                    <a:pt x="2648" y="1850"/>
                  </a:lnTo>
                  <a:cubicBezTo>
                    <a:pt x="2534" y="800"/>
                    <a:pt x="1575" y="1"/>
                    <a:pt x="411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4"/>
            <p:cNvSpPr/>
            <p:nvPr/>
          </p:nvSpPr>
          <p:spPr>
            <a:xfrm>
              <a:off x="6032801" y="4110690"/>
              <a:ext cx="194384" cy="329354"/>
            </a:xfrm>
            <a:custGeom>
              <a:avLst/>
              <a:gdLst/>
              <a:ahLst/>
              <a:cxnLst/>
              <a:rect l="l" t="t" r="r" b="b"/>
              <a:pathLst>
                <a:path w="3059" h="5183" extrusionOk="0">
                  <a:moveTo>
                    <a:pt x="23" y="1"/>
                  </a:moveTo>
                  <a:lnTo>
                    <a:pt x="0" y="4748"/>
                  </a:lnTo>
                  <a:lnTo>
                    <a:pt x="3059" y="5182"/>
                  </a:lnTo>
                  <a:lnTo>
                    <a:pt x="3013" y="343"/>
                  </a:lnTo>
                  <a:lnTo>
                    <a:pt x="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4"/>
            <p:cNvSpPr/>
            <p:nvPr/>
          </p:nvSpPr>
          <p:spPr>
            <a:xfrm>
              <a:off x="6032801" y="4110690"/>
              <a:ext cx="194384" cy="329354"/>
            </a:xfrm>
            <a:custGeom>
              <a:avLst/>
              <a:gdLst/>
              <a:ahLst/>
              <a:cxnLst/>
              <a:rect l="l" t="t" r="r" b="b"/>
              <a:pathLst>
                <a:path w="3059" h="5183" fill="none" extrusionOk="0">
                  <a:moveTo>
                    <a:pt x="3013" y="343"/>
                  </a:moveTo>
                  <a:lnTo>
                    <a:pt x="3059" y="5182"/>
                  </a:lnTo>
                  <a:lnTo>
                    <a:pt x="0" y="4748"/>
                  </a:lnTo>
                  <a:lnTo>
                    <a:pt x="23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4"/>
            <p:cNvSpPr/>
            <p:nvPr/>
          </p:nvSpPr>
          <p:spPr>
            <a:xfrm>
              <a:off x="5964618" y="4376117"/>
              <a:ext cx="523674" cy="226347"/>
            </a:xfrm>
            <a:custGeom>
              <a:avLst/>
              <a:gdLst/>
              <a:ahLst/>
              <a:cxnLst/>
              <a:rect l="l" t="t" r="r" b="b"/>
              <a:pathLst>
                <a:path w="8241" h="3562" extrusionOk="0">
                  <a:moveTo>
                    <a:pt x="5068" y="1"/>
                  </a:moveTo>
                  <a:lnTo>
                    <a:pt x="366" y="115"/>
                  </a:lnTo>
                  <a:lnTo>
                    <a:pt x="1" y="3562"/>
                  </a:lnTo>
                  <a:lnTo>
                    <a:pt x="1" y="3562"/>
                  </a:lnTo>
                  <a:lnTo>
                    <a:pt x="8240" y="3539"/>
                  </a:lnTo>
                  <a:lnTo>
                    <a:pt x="5113" y="175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4"/>
            <p:cNvSpPr/>
            <p:nvPr/>
          </p:nvSpPr>
          <p:spPr>
            <a:xfrm>
              <a:off x="5964618" y="4376117"/>
              <a:ext cx="523674" cy="226347"/>
            </a:xfrm>
            <a:custGeom>
              <a:avLst/>
              <a:gdLst/>
              <a:ahLst/>
              <a:cxnLst/>
              <a:rect l="l" t="t" r="r" b="b"/>
              <a:pathLst>
                <a:path w="8241" h="3562" fill="none" extrusionOk="0">
                  <a:moveTo>
                    <a:pt x="5068" y="1"/>
                  </a:moveTo>
                  <a:lnTo>
                    <a:pt x="366" y="115"/>
                  </a:lnTo>
                  <a:lnTo>
                    <a:pt x="1" y="3562"/>
                  </a:lnTo>
                  <a:lnTo>
                    <a:pt x="8240" y="3539"/>
                  </a:lnTo>
                  <a:lnTo>
                    <a:pt x="5113" y="1758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4"/>
            <p:cNvSpPr/>
            <p:nvPr/>
          </p:nvSpPr>
          <p:spPr>
            <a:xfrm>
              <a:off x="6331587" y="4521190"/>
              <a:ext cx="44990" cy="30502"/>
            </a:xfrm>
            <a:custGeom>
              <a:avLst/>
              <a:gdLst/>
              <a:ahLst/>
              <a:cxnLst/>
              <a:rect l="l" t="t" r="r" b="b"/>
              <a:pathLst>
                <a:path w="708" h="480" fill="none" extrusionOk="0">
                  <a:moveTo>
                    <a:pt x="708" y="0"/>
                  </a:moveTo>
                  <a:lnTo>
                    <a:pt x="0" y="48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4"/>
            <p:cNvSpPr/>
            <p:nvPr/>
          </p:nvSpPr>
          <p:spPr>
            <a:xfrm>
              <a:off x="6295303" y="4492150"/>
              <a:ext cx="45053" cy="29104"/>
            </a:xfrm>
            <a:custGeom>
              <a:avLst/>
              <a:gdLst/>
              <a:ahLst/>
              <a:cxnLst/>
              <a:rect l="l" t="t" r="r" b="b"/>
              <a:pathLst>
                <a:path w="709" h="458" fill="none" extrusionOk="0">
                  <a:moveTo>
                    <a:pt x="708" y="1"/>
                  </a:moveTo>
                  <a:lnTo>
                    <a:pt x="1" y="457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4"/>
            <p:cNvSpPr/>
            <p:nvPr/>
          </p:nvSpPr>
          <p:spPr>
            <a:xfrm>
              <a:off x="5964618" y="4489227"/>
              <a:ext cx="147996" cy="113237"/>
            </a:xfrm>
            <a:custGeom>
              <a:avLst/>
              <a:gdLst/>
              <a:ahLst/>
              <a:cxnLst/>
              <a:rect l="l" t="t" r="r" b="b"/>
              <a:pathLst>
                <a:path w="2329" h="1782" extrusionOk="0">
                  <a:moveTo>
                    <a:pt x="209" y="1"/>
                  </a:moveTo>
                  <a:cubicBezTo>
                    <a:pt x="192" y="1"/>
                    <a:pt x="183" y="1"/>
                    <a:pt x="183" y="1"/>
                  </a:cubicBezTo>
                  <a:lnTo>
                    <a:pt x="1" y="1782"/>
                  </a:lnTo>
                  <a:lnTo>
                    <a:pt x="2329" y="1782"/>
                  </a:lnTo>
                  <a:cubicBezTo>
                    <a:pt x="2116" y="60"/>
                    <a:pt x="440" y="1"/>
                    <a:pt x="209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4"/>
            <p:cNvSpPr/>
            <p:nvPr/>
          </p:nvSpPr>
          <p:spPr>
            <a:xfrm>
              <a:off x="6266327" y="2854662"/>
              <a:ext cx="659978" cy="1450478"/>
            </a:xfrm>
            <a:custGeom>
              <a:avLst/>
              <a:gdLst/>
              <a:ahLst/>
              <a:cxnLst/>
              <a:rect l="l" t="t" r="r" b="b"/>
              <a:pathLst>
                <a:path w="10386" h="22826" extrusionOk="0">
                  <a:moveTo>
                    <a:pt x="0" y="0"/>
                  </a:moveTo>
                  <a:lnTo>
                    <a:pt x="845" y="4131"/>
                  </a:lnTo>
                  <a:lnTo>
                    <a:pt x="3926" y="22825"/>
                  </a:lnTo>
                  <a:lnTo>
                    <a:pt x="10386" y="22300"/>
                  </a:lnTo>
                  <a:lnTo>
                    <a:pt x="593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4"/>
            <p:cNvSpPr/>
            <p:nvPr/>
          </p:nvSpPr>
          <p:spPr>
            <a:xfrm>
              <a:off x="6321420" y="3125872"/>
              <a:ext cx="604885" cy="1179268"/>
            </a:xfrm>
            <a:custGeom>
              <a:avLst/>
              <a:gdLst/>
              <a:ahLst/>
              <a:cxnLst/>
              <a:rect l="l" t="t" r="r" b="b"/>
              <a:pathLst>
                <a:path w="9519" h="18558" fill="none" extrusionOk="0">
                  <a:moveTo>
                    <a:pt x="1" y="0"/>
                  </a:moveTo>
                  <a:lnTo>
                    <a:pt x="3059" y="18557"/>
                  </a:lnTo>
                  <a:lnTo>
                    <a:pt x="9519" y="18032"/>
                  </a:lnTo>
                </a:path>
              </a:pathLst>
            </a:custGeom>
            <a:noFill/>
            <a:ln w="3425" cap="rnd" cmpd="sng">
              <a:solidFill>
                <a:srgbClr val="01000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4"/>
            <p:cNvSpPr/>
            <p:nvPr/>
          </p:nvSpPr>
          <p:spPr>
            <a:xfrm>
              <a:off x="6343152" y="3078023"/>
              <a:ext cx="101608" cy="516367"/>
            </a:xfrm>
            <a:custGeom>
              <a:avLst/>
              <a:gdLst/>
              <a:ahLst/>
              <a:cxnLst/>
              <a:rect l="l" t="t" r="r" b="b"/>
              <a:pathLst>
                <a:path w="1599" h="8126" fill="none" extrusionOk="0">
                  <a:moveTo>
                    <a:pt x="1599" y="0"/>
                  </a:moveTo>
                  <a:lnTo>
                    <a:pt x="594" y="91"/>
                  </a:lnTo>
                  <a:lnTo>
                    <a:pt x="1" y="8126"/>
                  </a:lnTo>
                </a:path>
              </a:pathLst>
            </a:custGeom>
            <a:noFill/>
            <a:ln w="1150" cap="flat" cmpd="sng">
              <a:solidFill>
                <a:srgbClr val="3A4A36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4"/>
            <p:cNvSpPr/>
            <p:nvPr/>
          </p:nvSpPr>
          <p:spPr>
            <a:xfrm>
              <a:off x="5896434" y="2711051"/>
              <a:ext cx="633925" cy="1573755"/>
            </a:xfrm>
            <a:custGeom>
              <a:avLst/>
              <a:gdLst/>
              <a:ahLst/>
              <a:cxnLst/>
              <a:rect l="l" t="t" r="r" b="b"/>
              <a:pathLst>
                <a:path w="9976" h="24766" extrusionOk="0">
                  <a:moveTo>
                    <a:pt x="9975" y="0"/>
                  </a:moveTo>
                  <a:lnTo>
                    <a:pt x="3105" y="1895"/>
                  </a:lnTo>
                  <a:lnTo>
                    <a:pt x="2785" y="3858"/>
                  </a:lnTo>
                  <a:lnTo>
                    <a:pt x="1" y="24675"/>
                  </a:lnTo>
                  <a:lnTo>
                    <a:pt x="6689" y="24766"/>
                  </a:lnTo>
                  <a:lnTo>
                    <a:pt x="7624" y="5866"/>
                  </a:lnTo>
                  <a:lnTo>
                    <a:pt x="8629" y="5775"/>
                  </a:lnTo>
                  <a:lnTo>
                    <a:pt x="997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4"/>
            <p:cNvSpPr/>
            <p:nvPr/>
          </p:nvSpPr>
          <p:spPr>
            <a:xfrm>
              <a:off x="6254698" y="2018221"/>
              <a:ext cx="235053" cy="565233"/>
            </a:xfrm>
            <a:custGeom>
              <a:avLst/>
              <a:gdLst/>
              <a:ahLst/>
              <a:cxnLst/>
              <a:rect l="l" t="t" r="r" b="b"/>
              <a:pathLst>
                <a:path w="3699" h="8895" extrusionOk="0">
                  <a:moveTo>
                    <a:pt x="1398" y="1"/>
                  </a:moveTo>
                  <a:cubicBezTo>
                    <a:pt x="1245" y="1"/>
                    <a:pt x="1109" y="6"/>
                    <a:pt x="1005" y="16"/>
                  </a:cubicBezTo>
                  <a:cubicBezTo>
                    <a:pt x="503" y="39"/>
                    <a:pt x="183" y="701"/>
                    <a:pt x="92" y="1271"/>
                  </a:cubicBezTo>
                  <a:cubicBezTo>
                    <a:pt x="1" y="1842"/>
                    <a:pt x="229" y="3828"/>
                    <a:pt x="229" y="3828"/>
                  </a:cubicBezTo>
                  <a:lnTo>
                    <a:pt x="1210" y="8895"/>
                  </a:lnTo>
                  <a:lnTo>
                    <a:pt x="2123" y="8895"/>
                  </a:lnTo>
                  <a:lnTo>
                    <a:pt x="2648" y="7639"/>
                  </a:lnTo>
                  <a:cubicBezTo>
                    <a:pt x="2648" y="7639"/>
                    <a:pt x="3356" y="3417"/>
                    <a:pt x="3516" y="2253"/>
                  </a:cubicBezTo>
                  <a:cubicBezTo>
                    <a:pt x="3698" y="1111"/>
                    <a:pt x="3219" y="655"/>
                    <a:pt x="2991" y="335"/>
                  </a:cubicBezTo>
                  <a:cubicBezTo>
                    <a:pt x="2810" y="82"/>
                    <a:pt x="1983" y="1"/>
                    <a:pt x="13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4"/>
            <p:cNvSpPr/>
            <p:nvPr/>
          </p:nvSpPr>
          <p:spPr>
            <a:xfrm>
              <a:off x="6364948" y="2046753"/>
              <a:ext cx="4385" cy="717995"/>
            </a:xfrm>
            <a:custGeom>
              <a:avLst/>
              <a:gdLst/>
              <a:ahLst/>
              <a:cxnLst/>
              <a:rect l="l" t="t" r="r" b="b"/>
              <a:pathLst>
                <a:path w="69" h="11299" fill="none" extrusionOk="0">
                  <a:moveTo>
                    <a:pt x="69" y="0"/>
                  </a:moveTo>
                  <a:lnTo>
                    <a:pt x="0" y="11299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4"/>
            <p:cNvSpPr/>
            <p:nvPr/>
          </p:nvSpPr>
          <p:spPr>
            <a:xfrm>
              <a:off x="6330125" y="2175813"/>
              <a:ext cx="21796" cy="21859"/>
            </a:xfrm>
            <a:custGeom>
              <a:avLst/>
              <a:gdLst/>
              <a:ahLst/>
              <a:cxnLst/>
              <a:rect l="l" t="t" r="r" b="b"/>
              <a:pathLst>
                <a:path w="343" h="344" extrusionOk="0">
                  <a:moveTo>
                    <a:pt x="183" y="1"/>
                  </a:moveTo>
                  <a:cubicBezTo>
                    <a:pt x="92" y="1"/>
                    <a:pt x="1" y="92"/>
                    <a:pt x="1" y="183"/>
                  </a:cubicBezTo>
                  <a:cubicBezTo>
                    <a:pt x="1" y="275"/>
                    <a:pt x="92" y="343"/>
                    <a:pt x="183" y="343"/>
                  </a:cubicBezTo>
                  <a:cubicBezTo>
                    <a:pt x="274" y="343"/>
                    <a:pt x="343" y="275"/>
                    <a:pt x="343" y="183"/>
                  </a:cubicBezTo>
                  <a:cubicBezTo>
                    <a:pt x="343" y="92"/>
                    <a:pt x="274" y="1"/>
                    <a:pt x="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4"/>
            <p:cNvSpPr/>
            <p:nvPr/>
          </p:nvSpPr>
          <p:spPr>
            <a:xfrm>
              <a:off x="6327202" y="2278819"/>
              <a:ext cx="21859" cy="21796"/>
            </a:xfrm>
            <a:custGeom>
              <a:avLst/>
              <a:gdLst/>
              <a:ahLst/>
              <a:cxnLst/>
              <a:rect l="l" t="t" r="r" b="b"/>
              <a:pathLst>
                <a:path w="344" h="343" extrusionOk="0">
                  <a:moveTo>
                    <a:pt x="161" y="0"/>
                  </a:moveTo>
                  <a:cubicBezTo>
                    <a:pt x="69" y="0"/>
                    <a:pt x="1" y="69"/>
                    <a:pt x="1" y="160"/>
                  </a:cubicBezTo>
                  <a:cubicBezTo>
                    <a:pt x="1" y="252"/>
                    <a:pt x="69" y="343"/>
                    <a:pt x="161" y="343"/>
                  </a:cubicBezTo>
                  <a:cubicBezTo>
                    <a:pt x="252" y="343"/>
                    <a:pt x="343" y="252"/>
                    <a:pt x="343" y="160"/>
                  </a:cubicBezTo>
                  <a:cubicBezTo>
                    <a:pt x="343" y="69"/>
                    <a:pt x="252" y="0"/>
                    <a:pt x="161" y="0"/>
                  </a:cubicBezTo>
                  <a:close/>
                </a:path>
              </a:pathLst>
            </a:custGeom>
            <a:solidFill>
              <a:srgbClr val="0100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4"/>
            <p:cNvSpPr/>
            <p:nvPr/>
          </p:nvSpPr>
          <p:spPr>
            <a:xfrm>
              <a:off x="6330125" y="2380364"/>
              <a:ext cx="21796" cy="21796"/>
            </a:xfrm>
            <a:custGeom>
              <a:avLst/>
              <a:gdLst/>
              <a:ahLst/>
              <a:cxnLst/>
              <a:rect l="l" t="t" r="r" b="b"/>
              <a:pathLst>
                <a:path w="343" h="343" extrusionOk="0">
                  <a:moveTo>
                    <a:pt x="183" y="0"/>
                  </a:moveTo>
                  <a:cubicBezTo>
                    <a:pt x="92" y="0"/>
                    <a:pt x="1" y="69"/>
                    <a:pt x="1" y="183"/>
                  </a:cubicBezTo>
                  <a:cubicBezTo>
                    <a:pt x="1" y="274"/>
                    <a:pt x="92" y="343"/>
                    <a:pt x="183" y="343"/>
                  </a:cubicBezTo>
                  <a:cubicBezTo>
                    <a:pt x="274" y="343"/>
                    <a:pt x="343" y="274"/>
                    <a:pt x="343" y="183"/>
                  </a:cubicBezTo>
                  <a:cubicBezTo>
                    <a:pt x="343" y="69"/>
                    <a:pt x="274" y="0"/>
                    <a:pt x="183" y="0"/>
                  </a:cubicBezTo>
                  <a:close/>
                </a:path>
              </a:pathLst>
            </a:custGeom>
            <a:solidFill>
              <a:srgbClr val="0100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4"/>
            <p:cNvSpPr/>
            <p:nvPr/>
          </p:nvSpPr>
          <p:spPr>
            <a:xfrm>
              <a:off x="6330125" y="2481908"/>
              <a:ext cx="21796" cy="21796"/>
            </a:xfrm>
            <a:custGeom>
              <a:avLst/>
              <a:gdLst/>
              <a:ahLst/>
              <a:cxnLst/>
              <a:rect l="l" t="t" r="r" b="b"/>
              <a:pathLst>
                <a:path w="343" h="343" extrusionOk="0">
                  <a:moveTo>
                    <a:pt x="183" y="0"/>
                  </a:moveTo>
                  <a:cubicBezTo>
                    <a:pt x="92" y="0"/>
                    <a:pt x="1" y="91"/>
                    <a:pt x="1" y="183"/>
                  </a:cubicBezTo>
                  <a:cubicBezTo>
                    <a:pt x="1" y="274"/>
                    <a:pt x="92" y="342"/>
                    <a:pt x="183" y="342"/>
                  </a:cubicBezTo>
                  <a:cubicBezTo>
                    <a:pt x="274" y="342"/>
                    <a:pt x="343" y="274"/>
                    <a:pt x="343" y="183"/>
                  </a:cubicBezTo>
                  <a:cubicBezTo>
                    <a:pt x="343" y="91"/>
                    <a:pt x="274" y="0"/>
                    <a:pt x="183" y="0"/>
                  </a:cubicBezTo>
                  <a:close/>
                </a:path>
              </a:pathLst>
            </a:custGeom>
            <a:solidFill>
              <a:srgbClr val="0100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4"/>
            <p:cNvSpPr/>
            <p:nvPr/>
          </p:nvSpPr>
          <p:spPr>
            <a:xfrm>
              <a:off x="6156077" y="2001128"/>
              <a:ext cx="416347" cy="647587"/>
            </a:xfrm>
            <a:custGeom>
              <a:avLst/>
              <a:gdLst/>
              <a:ahLst/>
              <a:cxnLst/>
              <a:rect l="l" t="t" r="r" b="b"/>
              <a:pathLst>
                <a:path w="6552" h="10191" extrusionOk="0">
                  <a:moveTo>
                    <a:pt x="3276" y="1"/>
                  </a:moveTo>
                  <a:cubicBezTo>
                    <a:pt x="2783" y="1"/>
                    <a:pt x="2184" y="130"/>
                    <a:pt x="1690" y="581"/>
                  </a:cubicBezTo>
                  <a:cubicBezTo>
                    <a:pt x="868" y="1312"/>
                    <a:pt x="274" y="1837"/>
                    <a:pt x="206" y="2681"/>
                  </a:cubicBezTo>
                  <a:lnTo>
                    <a:pt x="754" y="2841"/>
                  </a:lnTo>
                  <a:lnTo>
                    <a:pt x="0" y="3480"/>
                  </a:lnTo>
                  <a:lnTo>
                    <a:pt x="1575" y="7269"/>
                  </a:lnTo>
                  <a:lnTo>
                    <a:pt x="2762" y="10008"/>
                  </a:lnTo>
                  <a:lnTo>
                    <a:pt x="3059" y="10077"/>
                  </a:lnTo>
                  <a:cubicBezTo>
                    <a:pt x="3059" y="10077"/>
                    <a:pt x="2306" y="5352"/>
                    <a:pt x="2215" y="4781"/>
                  </a:cubicBezTo>
                  <a:cubicBezTo>
                    <a:pt x="2100" y="4211"/>
                    <a:pt x="1849" y="810"/>
                    <a:pt x="2329" y="627"/>
                  </a:cubicBezTo>
                  <a:cubicBezTo>
                    <a:pt x="2568" y="536"/>
                    <a:pt x="3013" y="513"/>
                    <a:pt x="3399" y="513"/>
                  </a:cubicBezTo>
                  <a:cubicBezTo>
                    <a:pt x="3784" y="513"/>
                    <a:pt x="4109" y="536"/>
                    <a:pt x="4109" y="536"/>
                  </a:cubicBezTo>
                  <a:cubicBezTo>
                    <a:pt x="4109" y="536"/>
                    <a:pt x="4611" y="718"/>
                    <a:pt x="4680" y="1905"/>
                  </a:cubicBezTo>
                  <a:cubicBezTo>
                    <a:pt x="4725" y="3092"/>
                    <a:pt x="3265" y="10191"/>
                    <a:pt x="3265" y="10191"/>
                  </a:cubicBezTo>
                  <a:lnTo>
                    <a:pt x="3744" y="10100"/>
                  </a:lnTo>
                  <a:lnTo>
                    <a:pt x="6551" y="3480"/>
                  </a:lnTo>
                  <a:lnTo>
                    <a:pt x="5798" y="2841"/>
                  </a:lnTo>
                  <a:lnTo>
                    <a:pt x="6300" y="2681"/>
                  </a:lnTo>
                  <a:cubicBezTo>
                    <a:pt x="6300" y="2681"/>
                    <a:pt x="6141" y="1791"/>
                    <a:pt x="5707" y="1335"/>
                  </a:cubicBezTo>
                  <a:cubicBezTo>
                    <a:pt x="5250" y="878"/>
                    <a:pt x="4451" y="239"/>
                    <a:pt x="4018" y="102"/>
                  </a:cubicBezTo>
                  <a:cubicBezTo>
                    <a:pt x="3844" y="50"/>
                    <a:pt x="3580" y="1"/>
                    <a:pt x="3276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4"/>
            <p:cNvSpPr/>
            <p:nvPr/>
          </p:nvSpPr>
          <p:spPr>
            <a:xfrm>
              <a:off x="6156077" y="2010469"/>
              <a:ext cx="416347" cy="638246"/>
            </a:xfrm>
            <a:custGeom>
              <a:avLst/>
              <a:gdLst/>
              <a:ahLst/>
              <a:cxnLst/>
              <a:rect l="l" t="t" r="r" b="b"/>
              <a:pathLst>
                <a:path w="6552" h="10044" fill="none" extrusionOk="0">
                  <a:moveTo>
                    <a:pt x="2854" y="10044"/>
                  </a:moveTo>
                  <a:cubicBezTo>
                    <a:pt x="2283" y="8857"/>
                    <a:pt x="0" y="3333"/>
                    <a:pt x="0" y="3333"/>
                  </a:cubicBezTo>
                  <a:lnTo>
                    <a:pt x="754" y="2694"/>
                  </a:lnTo>
                  <a:lnTo>
                    <a:pt x="206" y="2534"/>
                  </a:lnTo>
                  <a:cubicBezTo>
                    <a:pt x="525" y="800"/>
                    <a:pt x="2420" y="1"/>
                    <a:pt x="2420" y="1"/>
                  </a:cubicBezTo>
                  <a:lnTo>
                    <a:pt x="4132" y="1"/>
                  </a:lnTo>
                  <a:cubicBezTo>
                    <a:pt x="4132" y="1"/>
                    <a:pt x="6026" y="800"/>
                    <a:pt x="6346" y="2534"/>
                  </a:cubicBezTo>
                  <a:lnTo>
                    <a:pt x="5798" y="2694"/>
                  </a:lnTo>
                  <a:lnTo>
                    <a:pt x="6551" y="3333"/>
                  </a:lnTo>
                  <a:cubicBezTo>
                    <a:pt x="6551" y="3333"/>
                    <a:pt x="4269" y="8857"/>
                    <a:pt x="3698" y="10044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4"/>
            <p:cNvSpPr/>
            <p:nvPr/>
          </p:nvSpPr>
          <p:spPr>
            <a:xfrm>
              <a:off x="5941424" y="2660279"/>
              <a:ext cx="452567" cy="417935"/>
            </a:xfrm>
            <a:custGeom>
              <a:avLst/>
              <a:gdLst/>
              <a:ahLst/>
              <a:cxnLst/>
              <a:rect l="l" t="t" r="r" b="b"/>
              <a:pathLst>
                <a:path w="7122" h="6577" extrusionOk="0">
                  <a:moveTo>
                    <a:pt x="7122" y="1"/>
                  </a:moveTo>
                  <a:lnTo>
                    <a:pt x="1986" y="959"/>
                  </a:lnTo>
                  <a:cubicBezTo>
                    <a:pt x="1986" y="959"/>
                    <a:pt x="1187" y="2717"/>
                    <a:pt x="776" y="3904"/>
                  </a:cubicBezTo>
                  <a:cubicBezTo>
                    <a:pt x="571" y="4566"/>
                    <a:pt x="0" y="6414"/>
                    <a:pt x="0" y="6414"/>
                  </a:cubicBezTo>
                  <a:cubicBezTo>
                    <a:pt x="804" y="6527"/>
                    <a:pt x="1484" y="6576"/>
                    <a:pt x="2063" y="6576"/>
                  </a:cubicBezTo>
                  <a:cubicBezTo>
                    <a:pt x="3591" y="6576"/>
                    <a:pt x="4411" y="6235"/>
                    <a:pt x="4908" y="5821"/>
                  </a:cubicBezTo>
                  <a:cubicBezTo>
                    <a:pt x="5593" y="5273"/>
                    <a:pt x="7122" y="1"/>
                    <a:pt x="7122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4"/>
            <p:cNvSpPr/>
            <p:nvPr/>
          </p:nvSpPr>
          <p:spPr>
            <a:xfrm>
              <a:off x="5941424" y="2660279"/>
              <a:ext cx="452567" cy="433758"/>
            </a:xfrm>
            <a:custGeom>
              <a:avLst/>
              <a:gdLst/>
              <a:ahLst/>
              <a:cxnLst/>
              <a:rect l="l" t="t" r="r" b="b"/>
              <a:pathLst>
                <a:path w="7122" h="6826" fill="none" extrusionOk="0">
                  <a:moveTo>
                    <a:pt x="7122" y="1"/>
                  </a:moveTo>
                  <a:cubicBezTo>
                    <a:pt x="7122" y="1"/>
                    <a:pt x="5593" y="5273"/>
                    <a:pt x="4908" y="5821"/>
                  </a:cubicBezTo>
                  <a:cubicBezTo>
                    <a:pt x="4223" y="6392"/>
                    <a:pt x="2922" y="6825"/>
                    <a:pt x="0" y="6414"/>
                  </a:cubicBezTo>
                </a:path>
              </a:pathLst>
            </a:custGeom>
            <a:noFill/>
            <a:ln w="3425" cap="rnd" cmpd="sng">
              <a:solidFill>
                <a:srgbClr val="01000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4"/>
            <p:cNvSpPr/>
            <p:nvPr/>
          </p:nvSpPr>
          <p:spPr>
            <a:xfrm>
              <a:off x="6327202" y="2364414"/>
              <a:ext cx="439541" cy="713801"/>
            </a:xfrm>
            <a:custGeom>
              <a:avLst/>
              <a:gdLst/>
              <a:ahLst/>
              <a:cxnLst/>
              <a:rect l="l" t="t" r="r" b="b"/>
              <a:pathLst>
                <a:path w="6917" h="11233" extrusionOk="0">
                  <a:moveTo>
                    <a:pt x="4201" y="0"/>
                  </a:moveTo>
                  <a:lnTo>
                    <a:pt x="389" y="2100"/>
                  </a:lnTo>
                  <a:lnTo>
                    <a:pt x="92" y="4497"/>
                  </a:lnTo>
                  <a:lnTo>
                    <a:pt x="1" y="4520"/>
                  </a:lnTo>
                  <a:cubicBezTo>
                    <a:pt x="1" y="4520"/>
                    <a:pt x="1507" y="9929"/>
                    <a:pt x="2169" y="10477"/>
                  </a:cubicBezTo>
                  <a:cubicBezTo>
                    <a:pt x="2649" y="10891"/>
                    <a:pt x="3441" y="11232"/>
                    <a:pt x="4919" y="11232"/>
                  </a:cubicBezTo>
                  <a:cubicBezTo>
                    <a:pt x="5480" y="11232"/>
                    <a:pt x="6139" y="11183"/>
                    <a:pt x="6917" y="11070"/>
                  </a:cubicBezTo>
                  <a:cubicBezTo>
                    <a:pt x="6917" y="11070"/>
                    <a:pt x="6369" y="9222"/>
                    <a:pt x="6164" y="8560"/>
                  </a:cubicBezTo>
                  <a:cubicBezTo>
                    <a:pt x="5776" y="7373"/>
                    <a:pt x="4680" y="4337"/>
                    <a:pt x="4680" y="4337"/>
                  </a:cubicBezTo>
                  <a:lnTo>
                    <a:pt x="4657" y="4337"/>
                  </a:lnTo>
                  <a:lnTo>
                    <a:pt x="4155" y="2967"/>
                  </a:lnTo>
                  <a:lnTo>
                    <a:pt x="4977" y="365"/>
                  </a:lnTo>
                  <a:lnTo>
                    <a:pt x="42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4"/>
            <p:cNvSpPr/>
            <p:nvPr/>
          </p:nvSpPr>
          <p:spPr>
            <a:xfrm>
              <a:off x="6327202" y="2397775"/>
              <a:ext cx="439541" cy="696263"/>
            </a:xfrm>
            <a:custGeom>
              <a:avLst/>
              <a:gdLst/>
              <a:ahLst/>
              <a:cxnLst/>
              <a:rect l="l" t="t" r="r" b="b"/>
              <a:pathLst>
                <a:path w="6917" h="10957" fill="none" extrusionOk="0">
                  <a:moveTo>
                    <a:pt x="1" y="3995"/>
                  </a:moveTo>
                  <a:cubicBezTo>
                    <a:pt x="1" y="3995"/>
                    <a:pt x="1507" y="9404"/>
                    <a:pt x="2169" y="9952"/>
                  </a:cubicBezTo>
                  <a:cubicBezTo>
                    <a:pt x="2831" y="10523"/>
                    <a:pt x="4087" y="10956"/>
                    <a:pt x="6917" y="10545"/>
                  </a:cubicBezTo>
                  <a:lnTo>
                    <a:pt x="6232" y="8309"/>
                  </a:lnTo>
                  <a:lnTo>
                    <a:pt x="4589" y="3584"/>
                  </a:lnTo>
                  <a:lnTo>
                    <a:pt x="4155" y="2442"/>
                  </a:lnTo>
                  <a:lnTo>
                    <a:pt x="4954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4"/>
            <p:cNvSpPr/>
            <p:nvPr/>
          </p:nvSpPr>
          <p:spPr>
            <a:xfrm>
              <a:off x="6057456" y="2187632"/>
              <a:ext cx="494634" cy="552460"/>
            </a:xfrm>
            <a:custGeom>
              <a:avLst/>
              <a:gdLst/>
              <a:ahLst/>
              <a:cxnLst/>
              <a:rect l="l" t="t" r="r" b="b"/>
              <a:pathLst>
                <a:path w="7784" h="8694" extrusionOk="0">
                  <a:moveTo>
                    <a:pt x="4811" y="1"/>
                  </a:moveTo>
                  <a:cubicBezTo>
                    <a:pt x="4730" y="1"/>
                    <a:pt x="4647" y="14"/>
                    <a:pt x="4565" y="43"/>
                  </a:cubicBezTo>
                  <a:lnTo>
                    <a:pt x="571" y="1527"/>
                  </a:lnTo>
                  <a:cubicBezTo>
                    <a:pt x="183" y="1664"/>
                    <a:pt x="0" y="2097"/>
                    <a:pt x="137" y="2485"/>
                  </a:cubicBezTo>
                  <a:lnTo>
                    <a:pt x="2237" y="8215"/>
                  </a:lnTo>
                  <a:cubicBezTo>
                    <a:pt x="2361" y="8516"/>
                    <a:pt x="2637" y="8693"/>
                    <a:pt x="2936" y="8693"/>
                  </a:cubicBezTo>
                  <a:cubicBezTo>
                    <a:pt x="3022" y="8693"/>
                    <a:pt x="3109" y="8679"/>
                    <a:pt x="3196" y="8648"/>
                  </a:cubicBezTo>
                  <a:lnTo>
                    <a:pt x="7190" y="7187"/>
                  </a:lnTo>
                  <a:cubicBezTo>
                    <a:pt x="7578" y="7028"/>
                    <a:pt x="7784" y="6617"/>
                    <a:pt x="7624" y="6229"/>
                  </a:cubicBezTo>
                  <a:lnTo>
                    <a:pt x="5524" y="500"/>
                  </a:lnTo>
                  <a:cubicBezTo>
                    <a:pt x="5398" y="193"/>
                    <a:pt x="5115" y="1"/>
                    <a:pt x="48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4"/>
            <p:cNvSpPr/>
            <p:nvPr/>
          </p:nvSpPr>
          <p:spPr>
            <a:xfrm>
              <a:off x="6135743" y="2201358"/>
              <a:ext cx="178498" cy="96207"/>
            </a:xfrm>
            <a:custGeom>
              <a:avLst/>
              <a:gdLst/>
              <a:ahLst/>
              <a:cxnLst/>
              <a:rect l="l" t="t" r="r" b="b"/>
              <a:pathLst>
                <a:path w="2809" h="1514" extrusionOk="0">
                  <a:moveTo>
                    <a:pt x="2363" y="1"/>
                  </a:moveTo>
                  <a:cubicBezTo>
                    <a:pt x="2314" y="1"/>
                    <a:pt x="2264" y="11"/>
                    <a:pt x="2215" y="33"/>
                  </a:cubicBezTo>
                  <a:lnTo>
                    <a:pt x="320" y="717"/>
                  </a:lnTo>
                  <a:cubicBezTo>
                    <a:pt x="92" y="809"/>
                    <a:pt x="1" y="1037"/>
                    <a:pt x="69" y="1242"/>
                  </a:cubicBezTo>
                  <a:cubicBezTo>
                    <a:pt x="143" y="1407"/>
                    <a:pt x="304" y="1513"/>
                    <a:pt x="471" y="1513"/>
                  </a:cubicBezTo>
                  <a:cubicBezTo>
                    <a:pt x="512" y="1513"/>
                    <a:pt x="554" y="1507"/>
                    <a:pt x="594" y="1493"/>
                  </a:cubicBezTo>
                  <a:lnTo>
                    <a:pt x="2489" y="786"/>
                  </a:lnTo>
                  <a:cubicBezTo>
                    <a:pt x="2694" y="717"/>
                    <a:pt x="2808" y="466"/>
                    <a:pt x="2740" y="261"/>
                  </a:cubicBezTo>
                  <a:cubicBezTo>
                    <a:pt x="2670" y="104"/>
                    <a:pt x="2521" y="1"/>
                    <a:pt x="2363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4"/>
            <p:cNvSpPr/>
            <p:nvPr/>
          </p:nvSpPr>
          <p:spPr>
            <a:xfrm>
              <a:off x="6182194" y="2270304"/>
              <a:ext cx="344223" cy="324778"/>
            </a:xfrm>
            <a:custGeom>
              <a:avLst/>
              <a:gdLst/>
              <a:ahLst/>
              <a:cxnLst/>
              <a:rect l="l" t="t" r="r" b="b"/>
              <a:pathLst>
                <a:path w="5417" h="5111" extrusionOk="0">
                  <a:moveTo>
                    <a:pt x="4372" y="0"/>
                  </a:moveTo>
                  <a:cubicBezTo>
                    <a:pt x="4062" y="0"/>
                    <a:pt x="3127" y="1253"/>
                    <a:pt x="3127" y="1253"/>
                  </a:cubicBezTo>
                  <a:cubicBezTo>
                    <a:pt x="3127" y="1253"/>
                    <a:pt x="3675" y="271"/>
                    <a:pt x="3447" y="203"/>
                  </a:cubicBezTo>
                  <a:cubicBezTo>
                    <a:pt x="3443" y="202"/>
                    <a:pt x="3439" y="201"/>
                    <a:pt x="3434" y="201"/>
                  </a:cubicBezTo>
                  <a:cubicBezTo>
                    <a:pt x="3163" y="201"/>
                    <a:pt x="2169" y="2231"/>
                    <a:pt x="799" y="3444"/>
                  </a:cubicBezTo>
                  <a:cubicBezTo>
                    <a:pt x="0" y="4129"/>
                    <a:pt x="2100" y="5110"/>
                    <a:pt x="2100" y="5110"/>
                  </a:cubicBezTo>
                  <a:cubicBezTo>
                    <a:pt x="2100" y="5110"/>
                    <a:pt x="5205" y="2052"/>
                    <a:pt x="5387" y="1184"/>
                  </a:cubicBezTo>
                  <a:cubicBezTo>
                    <a:pt x="5417" y="1046"/>
                    <a:pt x="5396" y="989"/>
                    <a:pt x="5344" y="989"/>
                  </a:cubicBezTo>
                  <a:cubicBezTo>
                    <a:pt x="5236" y="989"/>
                    <a:pt x="4990" y="1229"/>
                    <a:pt x="4759" y="1486"/>
                  </a:cubicBezTo>
                  <a:lnTo>
                    <a:pt x="4759" y="1486"/>
                  </a:lnTo>
                  <a:cubicBezTo>
                    <a:pt x="4984" y="1186"/>
                    <a:pt x="5179" y="861"/>
                    <a:pt x="5090" y="728"/>
                  </a:cubicBezTo>
                  <a:cubicBezTo>
                    <a:pt x="5077" y="707"/>
                    <a:pt x="5057" y="697"/>
                    <a:pt x="5031" y="697"/>
                  </a:cubicBezTo>
                  <a:cubicBezTo>
                    <a:pt x="4847" y="697"/>
                    <a:pt x="4384" y="1215"/>
                    <a:pt x="4104" y="1548"/>
                  </a:cubicBezTo>
                  <a:lnTo>
                    <a:pt x="4104" y="1548"/>
                  </a:lnTo>
                  <a:cubicBezTo>
                    <a:pt x="4419" y="1150"/>
                    <a:pt x="4939" y="447"/>
                    <a:pt x="4794" y="317"/>
                  </a:cubicBezTo>
                  <a:cubicBezTo>
                    <a:pt x="4783" y="308"/>
                    <a:pt x="4769" y="304"/>
                    <a:pt x="4753" y="304"/>
                  </a:cubicBezTo>
                  <a:cubicBezTo>
                    <a:pt x="4599" y="304"/>
                    <a:pt x="4235" y="687"/>
                    <a:pt x="3942" y="1029"/>
                  </a:cubicBezTo>
                  <a:lnTo>
                    <a:pt x="3942" y="1029"/>
                  </a:lnTo>
                  <a:cubicBezTo>
                    <a:pt x="4244" y="634"/>
                    <a:pt x="4574" y="139"/>
                    <a:pt x="4428" y="20"/>
                  </a:cubicBezTo>
                  <a:cubicBezTo>
                    <a:pt x="4413" y="7"/>
                    <a:pt x="4394" y="0"/>
                    <a:pt x="43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4"/>
            <p:cNvSpPr/>
            <p:nvPr/>
          </p:nvSpPr>
          <p:spPr>
            <a:xfrm>
              <a:off x="6210408" y="2267127"/>
              <a:ext cx="270638" cy="246237"/>
            </a:xfrm>
            <a:custGeom>
              <a:avLst/>
              <a:gdLst/>
              <a:ahLst/>
              <a:cxnLst/>
              <a:rect l="l" t="t" r="r" b="b"/>
              <a:pathLst>
                <a:path w="4259" h="3875" extrusionOk="0">
                  <a:moveTo>
                    <a:pt x="3903" y="1"/>
                  </a:moveTo>
                  <a:cubicBezTo>
                    <a:pt x="3819" y="1"/>
                    <a:pt x="3723" y="62"/>
                    <a:pt x="3642" y="116"/>
                  </a:cubicBezTo>
                  <a:cubicBezTo>
                    <a:pt x="3572" y="163"/>
                    <a:pt x="3305" y="400"/>
                    <a:pt x="3071" y="645"/>
                  </a:cubicBezTo>
                  <a:lnTo>
                    <a:pt x="3071" y="645"/>
                  </a:lnTo>
                  <a:cubicBezTo>
                    <a:pt x="3135" y="485"/>
                    <a:pt x="3166" y="381"/>
                    <a:pt x="3071" y="230"/>
                  </a:cubicBezTo>
                  <a:cubicBezTo>
                    <a:pt x="3058" y="203"/>
                    <a:pt x="3045" y="192"/>
                    <a:pt x="3031" y="192"/>
                  </a:cubicBezTo>
                  <a:cubicBezTo>
                    <a:pt x="3022" y="192"/>
                    <a:pt x="3012" y="198"/>
                    <a:pt x="3003" y="207"/>
                  </a:cubicBezTo>
                  <a:cubicBezTo>
                    <a:pt x="2364" y="481"/>
                    <a:pt x="1953" y="1531"/>
                    <a:pt x="1565" y="2056"/>
                  </a:cubicBezTo>
                  <a:cubicBezTo>
                    <a:pt x="1108" y="2672"/>
                    <a:pt x="583" y="3243"/>
                    <a:pt x="36" y="3791"/>
                  </a:cubicBezTo>
                  <a:cubicBezTo>
                    <a:pt x="1" y="3826"/>
                    <a:pt x="33" y="3874"/>
                    <a:pt x="70" y="3874"/>
                  </a:cubicBezTo>
                  <a:cubicBezTo>
                    <a:pt x="82" y="3874"/>
                    <a:pt x="94" y="3870"/>
                    <a:pt x="104" y="3859"/>
                  </a:cubicBezTo>
                  <a:cubicBezTo>
                    <a:pt x="652" y="3312"/>
                    <a:pt x="1200" y="2718"/>
                    <a:pt x="1656" y="2102"/>
                  </a:cubicBezTo>
                  <a:cubicBezTo>
                    <a:pt x="1930" y="1759"/>
                    <a:pt x="2158" y="1371"/>
                    <a:pt x="2410" y="1029"/>
                  </a:cubicBezTo>
                  <a:cubicBezTo>
                    <a:pt x="2494" y="894"/>
                    <a:pt x="2752" y="560"/>
                    <a:pt x="2863" y="560"/>
                  </a:cubicBezTo>
                  <a:cubicBezTo>
                    <a:pt x="2903" y="560"/>
                    <a:pt x="2924" y="602"/>
                    <a:pt x="2912" y="709"/>
                  </a:cubicBezTo>
                  <a:cubicBezTo>
                    <a:pt x="2912" y="755"/>
                    <a:pt x="2899" y="805"/>
                    <a:pt x="2878" y="858"/>
                  </a:cubicBezTo>
                  <a:lnTo>
                    <a:pt x="2878" y="858"/>
                  </a:lnTo>
                  <a:cubicBezTo>
                    <a:pt x="2753" y="1007"/>
                    <a:pt x="2667" y="1139"/>
                    <a:pt x="2681" y="1204"/>
                  </a:cubicBezTo>
                  <a:lnTo>
                    <a:pt x="2681" y="1204"/>
                  </a:lnTo>
                  <a:cubicBezTo>
                    <a:pt x="2674" y="1214"/>
                    <a:pt x="2667" y="1225"/>
                    <a:pt x="2661" y="1234"/>
                  </a:cubicBezTo>
                  <a:cubicBezTo>
                    <a:pt x="2646" y="1279"/>
                    <a:pt x="2670" y="1314"/>
                    <a:pt x="2701" y="1314"/>
                  </a:cubicBezTo>
                  <a:cubicBezTo>
                    <a:pt x="2717" y="1314"/>
                    <a:pt x="2736" y="1304"/>
                    <a:pt x="2752" y="1280"/>
                  </a:cubicBezTo>
                  <a:cubicBezTo>
                    <a:pt x="2957" y="983"/>
                    <a:pt x="3186" y="687"/>
                    <a:pt x="3437" y="436"/>
                  </a:cubicBezTo>
                  <a:cubicBezTo>
                    <a:pt x="3563" y="323"/>
                    <a:pt x="3725" y="176"/>
                    <a:pt x="3819" y="176"/>
                  </a:cubicBezTo>
                  <a:cubicBezTo>
                    <a:pt x="3878" y="176"/>
                    <a:pt x="3911" y="232"/>
                    <a:pt x="3893" y="390"/>
                  </a:cubicBezTo>
                  <a:cubicBezTo>
                    <a:pt x="3848" y="755"/>
                    <a:pt x="3345" y="1234"/>
                    <a:pt x="3117" y="1486"/>
                  </a:cubicBezTo>
                  <a:cubicBezTo>
                    <a:pt x="3082" y="1521"/>
                    <a:pt x="3128" y="1569"/>
                    <a:pt x="3171" y="1569"/>
                  </a:cubicBezTo>
                  <a:cubicBezTo>
                    <a:pt x="3185" y="1569"/>
                    <a:pt x="3198" y="1565"/>
                    <a:pt x="3208" y="1554"/>
                  </a:cubicBezTo>
                  <a:cubicBezTo>
                    <a:pt x="3414" y="1303"/>
                    <a:pt x="4258" y="481"/>
                    <a:pt x="4053" y="116"/>
                  </a:cubicBezTo>
                  <a:cubicBezTo>
                    <a:pt x="4015" y="31"/>
                    <a:pt x="3962" y="1"/>
                    <a:pt x="3903" y="1"/>
                  </a:cubicBezTo>
                  <a:close/>
                </a:path>
              </a:pathLst>
            </a:custGeom>
            <a:solidFill>
              <a:srgbClr val="0F11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4"/>
            <p:cNvSpPr/>
            <p:nvPr/>
          </p:nvSpPr>
          <p:spPr>
            <a:xfrm>
              <a:off x="6427984" y="2284093"/>
              <a:ext cx="69010" cy="100147"/>
            </a:xfrm>
            <a:custGeom>
              <a:avLst/>
              <a:gdLst/>
              <a:ahLst/>
              <a:cxnLst/>
              <a:rect l="l" t="t" r="r" b="b"/>
              <a:pathLst>
                <a:path w="1086" h="1576" extrusionOk="0">
                  <a:moveTo>
                    <a:pt x="860" y="1"/>
                  </a:moveTo>
                  <a:cubicBezTo>
                    <a:pt x="609" y="1"/>
                    <a:pt x="369" y="343"/>
                    <a:pt x="264" y="511"/>
                  </a:cubicBezTo>
                  <a:cubicBezTo>
                    <a:pt x="231" y="543"/>
                    <a:pt x="268" y="575"/>
                    <a:pt x="300" y="575"/>
                  </a:cubicBezTo>
                  <a:cubicBezTo>
                    <a:pt x="313" y="575"/>
                    <a:pt x="326" y="570"/>
                    <a:pt x="332" y="557"/>
                  </a:cubicBezTo>
                  <a:cubicBezTo>
                    <a:pt x="446" y="420"/>
                    <a:pt x="560" y="260"/>
                    <a:pt x="720" y="169"/>
                  </a:cubicBezTo>
                  <a:cubicBezTo>
                    <a:pt x="769" y="139"/>
                    <a:pt x="822" y="118"/>
                    <a:pt x="865" y="118"/>
                  </a:cubicBezTo>
                  <a:cubicBezTo>
                    <a:pt x="922" y="118"/>
                    <a:pt x="962" y="156"/>
                    <a:pt x="948" y="260"/>
                  </a:cubicBezTo>
                  <a:cubicBezTo>
                    <a:pt x="926" y="420"/>
                    <a:pt x="743" y="579"/>
                    <a:pt x="652" y="716"/>
                  </a:cubicBezTo>
                  <a:cubicBezTo>
                    <a:pt x="469" y="990"/>
                    <a:pt x="241" y="1241"/>
                    <a:pt x="35" y="1492"/>
                  </a:cubicBezTo>
                  <a:cubicBezTo>
                    <a:pt x="0" y="1527"/>
                    <a:pt x="33" y="1576"/>
                    <a:pt x="70" y="1576"/>
                  </a:cubicBezTo>
                  <a:cubicBezTo>
                    <a:pt x="82" y="1576"/>
                    <a:pt x="93" y="1571"/>
                    <a:pt x="104" y="1561"/>
                  </a:cubicBezTo>
                  <a:cubicBezTo>
                    <a:pt x="424" y="1196"/>
                    <a:pt x="834" y="808"/>
                    <a:pt x="1017" y="351"/>
                  </a:cubicBezTo>
                  <a:cubicBezTo>
                    <a:pt x="1063" y="237"/>
                    <a:pt x="1085" y="54"/>
                    <a:pt x="926" y="9"/>
                  </a:cubicBezTo>
                  <a:cubicBezTo>
                    <a:pt x="904" y="3"/>
                    <a:pt x="882" y="1"/>
                    <a:pt x="860" y="1"/>
                  </a:cubicBezTo>
                  <a:close/>
                </a:path>
              </a:pathLst>
            </a:custGeom>
            <a:solidFill>
              <a:srgbClr val="0F11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4"/>
            <p:cNvSpPr/>
            <p:nvPr/>
          </p:nvSpPr>
          <p:spPr>
            <a:xfrm>
              <a:off x="6455562" y="2309003"/>
              <a:ext cx="58843" cy="88328"/>
            </a:xfrm>
            <a:custGeom>
              <a:avLst/>
              <a:gdLst/>
              <a:ahLst/>
              <a:cxnLst/>
              <a:rect l="l" t="t" r="r" b="b"/>
              <a:pathLst>
                <a:path w="926" h="1390" extrusionOk="0">
                  <a:moveTo>
                    <a:pt x="745" y="1"/>
                  </a:moveTo>
                  <a:cubicBezTo>
                    <a:pt x="523" y="1"/>
                    <a:pt x="134" y="436"/>
                    <a:pt x="81" y="507"/>
                  </a:cubicBezTo>
                  <a:cubicBezTo>
                    <a:pt x="46" y="542"/>
                    <a:pt x="78" y="590"/>
                    <a:pt x="115" y="590"/>
                  </a:cubicBezTo>
                  <a:cubicBezTo>
                    <a:pt x="127" y="590"/>
                    <a:pt x="139" y="586"/>
                    <a:pt x="149" y="575"/>
                  </a:cubicBezTo>
                  <a:cubicBezTo>
                    <a:pt x="286" y="438"/>
                    <a:pt x="423" y="256"/>
                    <a:pt x="606" y="165"/>
                  </a:cubicBezTo>
                  <a:cubicBezTo>
                    <a:pt x="648" y="143"/>
                    <a:pt x="682" y="133"/>
                    <a:pt x="707" y="133"/>
                  </a:cubicBezTo>
                  <a:cubicBezTo>
                    <a:pt x="762" y="133"/>
                    <a:pt x="774" y="184"/>
                    <a:pt x="743" y="279"/>
                  </a:cubicBezTo>
                  <a:cubicBezTo>
                    <a:pt x="674" y="507"/>
                    <a:pt x="514" y="690"/>
                    <a:pt x="378" y="872"/>
                  </a:cubicBezTo>
                  <a:cubicBezTo>
                    <a:pt x="263" y="1032"/>
                    <a:pt x="149" y="1169"/>
                    <a:pt x="35" y="1306"/>
                  </a:cubicBezTo>
                  <a:cubicBezTo>
                    <a:pt x="0" y="1341"/>
                    <a:pt x="32" y="1389"/>
                    <a:pt x="70" y="1389"/>
                  </a:cubicBezTo>
                  <a:cubicBezTo>
                    <a:pt x="81" y="1389"/>
                    <a:pt x="93" y="1385"/>
                    <a:pt x="104" y="1374"/>
                  </a:cubicBezTo>
                  <a:cubicBezTo>
                    <a:pt x="286" y="1169"/>
                    <a:pt x="469" y="941"/>
                    <a:pt x="629" y="712"/>
                  </a:cubicBezTo>
                  <a:cubicBezTo>
                    <a:pt x="720" y="575"/>
                    <a:pt x="925" y="324"/>
                    <a:pt x="880" y="119"/>
                  </a:cubicBezTo>
                  <a:cubicBezTo>
                    <a:pt x="855" y="34"/>
                    <a:pt x="806" y="1"/>
                    <a:pt x="745" y="1"/>
                  </a:cubicBezTo>
                  <a:close/>
                </a:path>
              </a:pathLst>
            </a:custGeom>
            <a:solidFill>
              <a:srgbClr val="0F11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4"/>
            <p:cNvSpPr/>
            <p:nvPr/>
          </p:nvSpPr>
          <p:spPr>
            <a:xfrm>
              <a:off x="6310490" y="2327049"/>
              <a:ext cx="235815" cy="270448"/>
            </a:xfrm>
            <a:custGeom>
              <a:avLst/>
              <a:gdLst/>
              <a:ahLst/>
              <a:cxnLst/>
              <a:rect l="l" t="t" r="r" b="b"/>
              <a:pathLst>
                <a:path w="3711" h="4256" extrusionOk="0">
                  <a:moveTo>
                    <a:pt x="3282" y="1"/>
                  </a:moveTo>
                  <a:cubicBezTo>
                    <a:pt x="3071" y="1"/>
                    <a:pt x="2829" y="377"/>
                    <a:pt x="2752" y="474"/>
                  </a:cubicBezTo>
                  <a:cubicBezTo>
                    <a:pt x="2716" y="527"/>
                    <a:pt x="2750" y="580"/>
                    <a:pt x="2788" y="580"/>
                  </a:cubicBezTo>
                  <a:cubicBezTo>
                    <a:pt x="2799" y="580"/>
                    <a:pt x="2810" y="576"/>
                    <a:pt x="2820" y="565"/>
                  </a:cubicBezTo>
                  <a:cubicBezTo>
                    <a:pt x="2887" y="476"/>
                    <a:pt x="3148" y="85"/>
                    <a:pt x="3288" y="85"/>
                  </a:cubicBezTo>
                  <a:cubicBezTo>
                    <a:pt x="3292" y="85"/>
                    <a:pt x="3296" y="85"/>
                    <a:pt x="3300" y="86"/>
                  </a:cubicBezTo>
                  <a:cubicBezTo>
                    <a:pt x="3551" y="154"/>
                    <a:pt x="3071" y="862"/>
                    <a:pt x="3026" y="931"/>
                  </a:cubicBezTo>
                  <a:cubicBezTo>
                    <a:pt x="2775" y="1341"/>
                    <a:pt x="2455" y="1661"/>
                    <a:pt x="2158" y="2003"/>
                  </a:cubicBezTo>
                  <a:cubicBezTo>
                    <a:pt x="1474" y="2734"/>
                    <a:pt x="835" y="3555"/>
                    <a:pt x="36" y="4172"/>
                  </a:cubicBezTo>
                  <a:cubicBezTo>
                    <a:pt x="1" y="4207"/>
                    <a:pt x="33" y="4255"/>
                    <a:pt x="81" y="4255"/>
                  </a:cubicBezTo>
                  <a:cubicBezTo>
                    <a:pt x="95" y="4255"/>
                    <a:pt x="111" y="4251"/>
                    <a:pt x="127" y="4240"/>
                  </a:cubicBezTo>
                  <a:cubicBezTo>
                    <a:pt x="698" y="3784"/>
                    <a:pt x="1177" y="3190"/>
                    <a:pt x="1679" y="2665"/>
                  </a:cubicBezTo>
                  <a:cubicBezTo>
                    <a:pt x="2113" y="2186"/>
                    <a:pt x="2592" y="1729"/>
                    <a:pt x="2980" y="1182"/>
                  </a:cubicBezTo>
                  <a:cubicBezTo>
                    <a:pt x="3094" y="1045"/>
                    <a:pt x="3711" y="291"/>
                    <a:pt x="3391" y="40"/>
                  </a:cubicBezTo>
                  <a:cubicBezTo>
                    <a:pt x="3356" y="13"/>
                    <a:pt x="3320" y="1"/>
                    <a:pt x="3282" y="1"/>
                  </a:cubicBezTo>
                  <a:close/>
                </a:path>
              </a:pathLst>
            </a:custGeom>
            <a:solidFill>
              <a:srgbClr val="0F11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4"/>
            <p:cNvSpPr/>
            <p:nvPr/>
          </p:nvSpPr>
          <p:spPr>
            <a:xfrm>
              <a:off x="5971862" y="2397775"/>
              <a:ext cx="443925" cy="425497"/>
            </a:xfrm>
            <a:custGeom>
              <a:avLst/>
              <a:gdLst/>
              <a:ahLst/>
              <a:cxnLst/>
              <a:rect l="l" t="t" r="r" b="b"/>
              <a:pathLst>
                <a:path w="6986" h="6696" extrusionOk="0">
                  <a:moveTo>
                    <a:pt x="4794" y="0"/>
                  </a:moveTo>
                  <a:lnTo>
                    <a:pt x="2443" y="1183"/>
                  </a:lnTo>
                  <a:lnTo>
                    <a:pt x="2443" y="1119"/>
                  </a:lnTo>
                  <a:lnTo>
                    <a:pt x="2329" y="1233"/>
                  </a:lnTo>
                  <a:lnTo>
                    <a:pt x="434" y="2169"/>
                  </a:lnTo>
                  <a:lnTo>
                    <a:pt x="1" y="5843"/>
                  </a:lnTo>
                  <a:cubicBezTo>
                    <a:pt x="561" y="6404"/>
                    <a:pt x="1304" y="6695"/>
                    <a:pt x="2105" y="6695"/>
                  </a:cubicBezTo>
                  <a:cubicBezTo>
                    <a:pt x="3914" y="6695"/>
                    <a:pt x="6020" y="5207"/>
                    <a:pt x="6985" y="1963"/>
                  </a:cubicBezTo>
                  <a:lnTo>
                    <a:pt x="47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4"/>
            <p:cNvSpPr/>
            <p:nvPr/>
          </p:nvSpPr>
          <p:spPr>
            <a:xfrm>
              <a:off x="5955912" y="2397775"/>
              <a:ext cx="459875" cy="493173"/>
            </a:xfrm>
            <a:custGeom>
              <a:avLst/>
              <a:gdLst/>
              <a:ahLst/>
              <a:cxnLst/>
              <a:rect l="l" t="t" r="r" b="b"/>
              <a:pathLst>
                <a:path w="7237" h="7761" fill="none" extrusionOk="0">
                  <a:moveTo>
                    <a:pt x="1" y="5570"/>
                  </a:moveTo>
                  <a:cubicBezTo>
                    <a:pt x="1713" y="7761"/>
                    <a:pt x="5775" y="6848"/>
                    <a:pt x="7236" y="1963"/>
                  </a:cubicBezTo>
                  <a:lnTo>
                    <a:pt x="5045" y="0"/>
                  </a:lnTo>
                  <a:lnTo>
                    <a:pt x="1324" y="1872"/>
                  </a:lnTo>
                </a:path>
              </a:pathLst>
            </a:custGeom>
            <a:noFill/>
            <a:ln w="9525" cap="rnd" cmpd="sng">
              <a:solidFill>
                <a:srgbClr val="01000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4"/>
            <p:cNvSpPr/>
            <p:nvPr/>
          </p:nvSpPr>
          <p:spPr>
            <a:xfrm>
              <a:off x="6212632" y="2429674"/>
              <a:ext cx="169792" cy="181357"/>
            </a:xfrm>
            <a:custGeom>
              <a:avLst/>
              <a:gdLst/>
              <a:ahLst/>
              <a:cxnLst/>
              <a:rect l="l" t="t" r="r" b="b"/>
              <a:pathLst>
                <a:path w="2672" h="2854" fill="none" extrusionOk="0">
                  <a:moveTo>
                    <a:pt x="1" y="0"/>
                  </a:moveTo>
                  <a:lnTo>
                    <a:pt x="2671" y="2853"/>
                  </a:lnTo>
                </a:path>
              </a:pathLst>
            </a:custGeom>
            <a:noFill/>
            <a:ln w="9525" cap="rnd" cmpd="sng">
              <a:solidFill>
                <a:srgbClr val="01000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4"/>
            <p:cNvSpPr/>
            <p:nvPr/>
          </p:nvSpPr>
          <p:spPr>
            <a:xfrm>
              <a:off x="6251775" y="2425290"/>
              <a:ext cx="26181" cy="26181"/>
            </a:xfrm>
            <a:custGeom>
              <a:avLst/>
              <a:gdLst/>
              <a:ahLst/>
              <a:cxnLst/>
              <a:rect l="l" t="t" r="r" b="b"/>
              <a:pathLst>
                <a:path w="412" h="412" extrusionOk="0">
                  <a:moveTo>
                    <a:pt x="206" y="1"/>
                  </a:moveTo>
                  <a:cubicBezTo>
                    <a:pt x="92" y="1"/>
                    <a:pt x="1" y="92"/>
                    <a:pt x="1" y="206"/>
                  </a:cubicBezTo>
                  <a:cubicBezTo>
                    <a:pt x="1" y="320"/>
                    <a:pt x="92" y="412"/>
                    <a:pt x="206" y="412"/>
                  </a:cubicBezTo>
                  <a:cubicBezTo>
                    <a:pt x="321" y="412"/>
                    <a:pt x="412" y="320"/>
                    <a:pt x="412" y="206"/>
                  </a:cubicBezTo>
                  <a:cubicBezTo>
                    <a:pt x="412" y="92"/>
                    <a:pt x="321" y="1"/>
                    <a:pt x="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4"/>
            <p:cNvSpPr/>
            <p:nvPr/>
          </p:nvSpPr>
          <p:spPr>
            <a:xfrm>
              <a:off x="6240210" y="1982954"/>
              <a:ext cx="272735" cy="142468"/>
            </a:xfrm>
            <a:custGeom>
              <a:avLst/>
              <a:gdLst/>
              <a:ahLst/>
              <a:cxnLst/>
              <a:rect l="l" t="t" r="r" b="b"/>
              <a:pathLst>
                <a:path w="4292" h="2242" extrusionOk="0">
                  <a:moveTo>
                    <a:pt x="1995" y="0"/>
                  </a:moveTo>
                  <a:cubicBezTo>
                    <a:pt x="1623" y="0"/>
                    <a:pt x="1370" y="183"/>
                    <a:pt x="1370" y="183"/>
                  </a:cubicBezTo>
                  <a:cubicBezTo>
                    <a:pt x="1370" y="183"/>
                    <a:pt x="0" y="1027"/>
                    <a:pt x="183" y="1712"/>
                  </a:cubicBezTo>
                  <a:cubicBezTo>
                    <a:pt x="277" y="2075"/>
                    <a:pt x="624" y="2240"/>
                    <a:pt x="1016" y="2240"/>
                  </a:cubicBezTo>
                  <a:cubicBezTo>
                    <a:pt x="1387" y="2240"/>
                    <a:pt x="1800" y="2093"/>
                    <a:pt x="2077" y="1826"/>
                  </a:cubicBezTo>
                  <a:cubicBezTo>
                    <a:pt x="2077" y="1826"/>
                    <a:pt x="2563" y="2242"/>
                    <a:pt x="3058" y="2242"/>
                  </a:cubicBezTo>
                  <a:cubicBezTo>
                    <a:pt x="3198" y="2242"/>
                    <a:pt x="3339" y="2209"/>
                    <a:pt x="3470" y="2123"/>
                  </a:cubicBezTo>
                  <a:cubicBezTo>
                    <a:pt x="4292" y="1621"/>
                    <a:pt x="3310" y="616"/>
                    <a:pt x="2625" y="183"/>
                  </a:cubicBezTo>
                  <a:cubicBezTo>
                    <a:pt x="2397" y="46"/>
                    <a:pt x="2181" y="0"/>
                    <a:pt x="19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4"/>
            <p:cNvSpPr/>
            <p:nvPr/>
          </p:nvSpPr>
          <p:spPr>
            <a:xfrm>
              <a:off x="6240210" y="1968402"/>
              <a:ext cx="272735" cy="174113"/>
            </a:xfrm>
            <a:custGeom>
              <a:avLst/>
              <a:gdLst/>
              <a:ahLst/>
              <a:cxnLst/>
              <a:rect l="l" t="t" r="r" b="b"/>
              <a:pathLst>
                <a:path w="4292" h="2740" fill="none" extrusionOk="0">
                  <a:moveTo>
                    <a:pt x="2077" y="2055"/>
                  </a:moveTo>
                  <a:cubicBezTo>
                    <a:pt x="2077" y="2055"/>
                    <a:pt x="2876" y="2740"/>
                    <a:pt x="3470" y="2352"/>
                  </a:cubicBezTo>
                  <a:cubicBezTo>
                    <a:pt x="4292" y="1850"/>
                    <a:pt x="3310" y="845"/>
                    <a:pt x="2625" y="412"/>
                  </a:cubicBezTo>
                  <a:cubicBezTo>
                    <a:pt x="1941" y="1"/>
                    <a:pt x="1370" y="412"/>
                    <a:pt x="1370" y="412"/>
                  </a:cubicBezTo>
                  <a:cubicBezTo>
                    <a:pt x="1370" y="412"/>
                    <a:pt x="0" y="1256"/>
                    <a:pt x="183" y="1941"/>
                  </a:cubicBezTo>
                  <a:cubicBezTo>
                    <a:pt x="366" y="2649"/>
                    <a:pt x="1507" y="2603"/>
                    <a:pt x="2077" y="2055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4"/>
            <p:cNvSpPr/>
            <p:nvPr/>
          </p:nvSpPr>
          <p:spPr>
            <a:xfrm>
              <a:off x="6150294" y="1624434"/>
              <a:ext cx="467056" cy="390675"/>
            </a:xfrm>
            <a:custGeom>
              <a:avLst/>
              <a:gdLst/>
              <a:ahLst/>
              <a:cxnLst/>
              <a:rect l="l" t="t" r="r" b="b"/>
              <a:pathLst>
                <a:path w="7350" h="6148" extrusionOk="0">
                  <a:moveTo>
                    <a:pt x="3755" y="0"/>
                  </a:moveTo>
                  <a:cubicBezTo>
                    <a:pt x="3013" y="0"/>
                    <a:pt x="1776" y="281"/>
                    <a:pt x="959" y="1944"/>
                  </a:cubicBezTo>
                  <a:cubicBezTo>
                    <a:pt x="0" y="3885"/>
                    <a:pt x="297" y="5231"/>
                    <a:pt x="480" y="5756"/>
                  </a:cubicBezTo>
                  <a:cubicBezTo>
                    <a:pt x="525" y="5916"/>
                    <a:pt x="662" y="6007"/>
                    <a:pt x="799" y="6007"/>
                  </a:cubicBezTo>
                  <a:lnTo>
                    <a:pt x="5935" y="6144"/>
                  </a:lnTo>
                  <a:cubicBezTo>
                    <a:pt x="5948" y="6146"/>
                    <a:pt x="5962" y="6147"/>
                    <a:pt x="5975" y="6147"/>
                  </a:cubicBezTo>
                  <a:cubicBezTo>
                    <a:pt x="6117" y="6147"/>
                    <a:pt x="6235" y="6037"/>
                    <a:pt x="6277" y="5870"/>
                  </a:cubicBezTo>
                  <a:cubicBezTo>
                    <a:pt x="6574" y="4798"/>
                    <a:pt x="7350" y="1009"/>
                    <a:pt x="4383" y="73"/>
                  </a:cubicBezTo>
                  <a:cubicBezTo>
                    <a:pt x="4383" y="73"/>
                    <a:pt x="4133" y="0"/>
                    <a:pt x="3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4"/>
            <p:cNvSpPr/>
            <p:nvPr/>
          </p:nvSpPr>
          <p:spPr>
            <a:xfrm>
              <a:off x="6295303" y="1705771"/>
              <a:ext cx="229270" cy="374471"/>
            </a:xfrm>
            <a:custGeom>
              <a:avLst/>
              <a:gdLst/>
              <a:ahLst/>
              <a:cxnLst/>
              <a:rect l="l" t="t" r="r" b="b"/>
              <a:pathLst>
                <a:path w="3608" h="5893" extrusionOk="0">
                  <a:moveTo>
                    <a:pt x="2266" y="0"/>
                  </a:moveTo>
                  <a:cubicBezTo>
                    <a:pt x="2241" y="0"/>
                    <a:pt x="2217" y="1"/>
                    <a:pt x="2192" y="2"/>
                  </a:cubicBezTo>
                  <a:lnTo>
                    <a:pt x="1188" y="48"/>
                  </a:lnTo>
                  <a:cubicBezTo>
                    <a:pt x="526" y="71"/>
                    <a:pt x="1" y="733"/>
                    <a:pt x="46" y="1509"/>
                  </a:cubicBezTo>
                  <a:lnTo>
                    <a:pt x="115" y="3061"/>
                  </a:lnTo>
                  <a:cubicBezTo>
                    <a:pt x="115" y="3107"/>
                    <a:pt x="115" y="3152"/>
                    <a:pt x="138" y="3198"/>
                  </a:cubicBezTo>
                  <a:cubicBezTo>
                    <a:pt x="115" y="3244"/>
                    <a:pt x="115" y="3289"/>
                    <a:pt x="115" y="3335"/>
                  </a:cubicBezTo>
                  <a:lnTo>
                    <a:pt x="161" y="4294"/>
                  </a:lnTo>
                  <a:lnTo>
                    <a:pt x="161" y="4339"/>
                  </a:lnTo>
                  <a:lnTo>
                    <a:pt x="229" y="5298"/>
                  </a:lnTo>
                  <a:cubicBezTo>
                    <a:pt x="229" y="5627"/>
                    <a:pt x="503" y="5893"/>
                    <a:pt x="828" y="5893"/>
                  </a:cubicBezTo>
                  <a:cubicBezTo>
                    <a:pt x="841" y="5893"/>
                    <a:pt x="855" y="5892"/>
                    <a:pt x="868" y="5891"/>
                  </a:cubicBezTo>
                  <a:lnTo>
                    <a:pt x="1279" y="5869"/>
                  </a:lnTo>
                  <a:cubicBezTo>
                    <a:pt x="1621" y="5869"/>
                    <a:pt x="1895" y="5572"/>
                    <a:pt x="1872" y="5207"/>
                  </a:cubicBezTo>
                  <a:lnTo>
                    <a:pt x="1827" y="4385"/>
                  </a:lnTo>
                  <a:lnTo>
                    <a:pt x="2420" y="4339"/>
                  </a:lnTo>
                  <a:cubicBezTo>
                    <a:pt x="3082" y="4316"/>
                    <a:pt x="3607" y="3655"/>
                    <a:pt x="3561" y="2901"/>
                  </a:cubicBezTo>
                  <a:lnTo>
                    <a:pt x="3493" y="1326"/>
                  </a:lnTo>
                  <a:cubicBezTo>
                    <a:pt x="3449" y="578"/>
                    <a:pt x="2917" y="0"/>
                    <a:pt x="22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4"/>
            <p:cNvSpPr/>
            <p:nvPr/>
          </p:nvSpPr>
          <p:spPr>
            <a:xfrm>
              <a:off x="6295303" y="1702975"/>
              <a:ext cx="229270" cy="378665"/>
            </a:xfrm>
            <a:custGeom>
              <a:avLst/>
              <a:gdLst/>
              <a:ahLst/>
              <a:cxnLst/>
              <a:rect l="l" t="t" r="r" b="b"/>
              <a:pathLst>
                <a:path w="3608" h="5959" fill="none" extrusionOk="0">
                  <a:moveTo>
                    <a:pt x="2192" y="46"/>
                  </a:moveTo>
                  <a:lnTo>
                    <a:pt x="1188" y="92"/>
                  </a:lnTo>
                  <a:cubicBezTo>
                    <a:pt x="526" y="115"/>
                    <a:pt x="1" y="777"/>
                    <a:pt x="46" y="1553"/>
                  </a:cubicBezTo>
                  <a:lnTo>
                    <a:pt x="115" y="3105"/>
                  </a:lnTo>
                  <a:cubicBezTo>
                    <a:pt x="115" y="3151"/>
                    <a:pt x="115" y="3196"/>
                    <a:pt x="138" y="3242"/>
                  </a:cubicBezTo>
                  <a:cubicBezTo>
                    <a:pt x="115" y="3288"/>
                    <a:pt x="115" y="3333"/>
                    <a:pt x="115" y="3379"/>
                  </a:cubicBezTo>
                  <a:lnTo>
                    <a:pt x="161" y="4338"/>
                  </a:lnTo>
                  <a:lnTo>
                    <a:pt x="161" y="4383"/>
                  </a:lnTo>
                  <a:lnTo>
                    <a:pt x="229" y="5342"/>
                  </a:lnTo>
                  <a:cubicBezTo>
                    <a:pt x="229" y="5684"/>
                    <a:pt x="526" y="5958"/>
                    <a:pt x="868" y="5935"/>
                  </a:cubicBezTo>
                  <a:lnTo>
                    <a:pt x="1279" y="5913"/>
                  </a:lnTo>
                  <a:cubicBezTo>
                    <a:pt x="1621" y="5913"/>
                    <a:pt x="1895" y="5616"/>
                    <a:pt x="1872" y="5251"/>
                  </a:cubicBezTo>
                  <a:lnTo>
                    <a:pt x="1827" y="4429"/>
                  </a:lnTo>
                  <a:lnTo>
                    <a:pt x="2420" y="4383"/>
                  </a:lnTo>
                  <a:cubicBezTo>
                    <a:pt x="3082" y="4360"/>
                    <a:pt x="3607" y="3699"/>
                    <a:pt x="3561" y="2945"/>
                  </a:cubicBezTo>
                  <a:lnTo>
                    <a:pt x="3493" y="1370"/>
                  </a:lnTo>
                  <a:cubicBezTo>
                    <a:pt x="3447" y="594"/>
                    <a:pt x="2877" y="1"/>
                    <a:pt x="2192" y="46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4"/>
            <p:cNvSpPr/>
            <p:nvPr/>
          </p:nvSpPr>
          <p:spPr>
            <a:xfrm>
              <a:off x="6389603" y="1813226"/>
              <a:ext cx="30502" cy="29231"/>
            </a:xfrm>
            <a:custGeom>
              <a:avLst/>
              <a:gdLst/>
              <a:ahLst/>
              <a:cxnLst/>
              <a:rect l="l" t="t" r="r" b="b"/>
              <a:pathLst>
                <a:path w="480" h="460" extrusionOk="0">
                  <a:moveTo>
                    <a:pt x="229" y="1"/>
                  </a:moveTo>
                  <a:cubicBezTo>
                    <a:pt x="92" y="23"/>
                    <a:pt x="0" y="115"/>
                    <a:pt x="0" y="252"/>
                  </a:cubicBezTo>
                  <a:cubicBezTo>
                    <a:pt x="21" y="356"/>
                    <a:pt x="99" y="460"/>
                    <a:pt x="217" y="460"/>
                  </a:cubicBezTo>
                  <a:cubicBezTo>
                    <a:pt x="228" y="460"/>
                    <a:pt x="240" y="459"/>
                    <a:pt x="251" y="457"/>
                  </a:cubicBezTo>
                  <a:cubicBezTo>
                    <a:pt x="366" y="457"/>
                    <a:pt x="480" y="343"/>
                    <a:pt x="457" y="229"/>
                  </a:cubicBezTo>
                  <a:cubicBezTo>
                    <a:pt x="457" y="92"/>
                    <a:pt x="343" y="1"/>
                    <a:pt x="2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4"/>
            <p:cNvSpPr/>
            <p:nvPr/>
          </p:nvSpPr>
          <p:spPr>
            <a:xfrm>
              <a:off x="6483903" y="1808905"/>
              <a:ext cx="26117" cy="24719"/>
            </a:xfrm>
            <a:custGeom>
              <a:avLst/>
              <a:gdLst/>
              <a:ahLst/>
              <a:cxnLst/>
              <a:rect l="l" t="t" r="r" b="b"/>
              <a:pathLst>
                <a:path w="411" h="389" extrusionOk="0">
                  <a:moveTo>
                    <a:pt x="205" y="0"/>
                  </a:moveTo>
                  <a:cubicBezTo>
                    <a:pt x="91" y="0"/>
                    <a:pt x="0" y="91"/>
                    <a:pt x="23" y="206"/>
                  </a:cubicBezTo>
                  <a:cubicBezTo>
                    <a:pt x="23" y="320"/>
                    <a:pt x="114" y="388"/>
                    <a:pt x="228" y="388"/>
                  </a:cubicBezTo>
                  <a:cubicBezTo>
                    <a:pt x="320" y="388"/>
                    <a:pt x="411" y="297"/>
                    <a:pt x="411" y="183"/>
                  </a:cubicBezTo>
                  <a:cubicBezTo>
                    <a:pt x="411" y="69"/>
                    <a:pt x="320" y="0"/>
                    <a:pt x="2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4"/>
            <p:cNvSpPr/>
            <p:nvPr/>
          </p:nvSpPr>
          <p:spPr>
            <a:xfrm>
              <a:off x="6418579" y="1874165"/>
              <a:ext cx="59986" cy="36920"/>
            </a:xfrm>
            <a:custGeom>
              <a:avLst/>
              <a:gdLst/>
              <a:ahLst/>
              <a:cxnLst/>
              <a:rect l="l" t="t" r="r" b="b"/>
              <a:pathLst>
                <a:path w="944" h="581" extrusionOk="0">
                  <a:moveTo>
                    <a:pt x="171" y="146"/>
                  </a:moveTo>
                  <a:cubicBezTo>
                    <a:pt x="373" y="163"/>
                    <a:pt x="566" y="180"/>
                    <a:pt x="767" y="197"/>
                  </a:cubicBezTo>
                  <a:lnTo>
                    <a:pt x="767" y="197"/>
                  </a:lnTo>
                  <a:cubicBezTo>
                    <a:pt x="735" y="259"/>
                    <a:pt x="688" y="318"/>
                    <a:pt x="640" y="365"/>
                  </a:cubicBezTo>
                  <a:cubicBezTo>
                    <a:pt x="590" y="405"/>
                    <a:pt x="540" y="422"/>
                    <a:pt x="492" y="422"/>
                  </a:cubicBezTo>
                  <a:cubicBezTo>
                    <a:pt x="354" y="422"/>
                    <a:pt x="233" y="284"/>
                    <a:pt x="171" y="146"/>
                  </a:cubicBezTo>
                  <a:close/>
                  <a:moveTo>
                    <a:pt x="69" y="0"/>
                  </a:moveTo>
                  <a:cubicBezTo>
                    <a:pt x="24" y="0"/>
                    <a:pt x="1" y="46"/>
                    <a:pt x="1" y="92"/>
                  </a:cubicBezTo>
                  <a:cubicBezTo>
                    <a:pt x="42" y="318"/>
                    <a:pt x="231" y="581"/>
                    <a:pt x="485" y="581"/>
                  </a:cubicBezTo>
                  <a:cubicBezTo>
                    <a:pt x="513" y="581"/>
                    <a:pt x="542" y="578"/>
                    <a:pt x="572" y="571"/>
                  </a:cubicBezTo>
                  <a:cubicBezTo>
                    <a:pt x="768" y="527"/>
                    <a:pt x="881" y="337"/>
                    <a:pt x="930" y="161"/>
                  </a:cubicBezTo>
                  <a:lnTo>
                    <a:pt x="930" y="161"/>
                  </a:lnTo>
                  <a:cubicBezTo>
                    <a:pt x="933" y="155"/>
                    <a:pt x="934" y="149"/>
                    <a:pt x="935" y="143"/>
                  </a:cubicBezTo>
                  <a:lnTo>
                    <a:pt x="935" y="143"/>
                  </a:lnTo>
                  <a:cubicBezTo>
                    <a:pt x="936" y="141"/>
                    <a:pt x="936" y="139"/>
                    <a:pt x="937" y="137"/>
                  </a:cubicBezTo>
                  <a:cubicBezTo>
                    <a:pt x="943" y="111"/>
                    <a:pt x="937" y="91"/>
                    <a:pt x="924" y="77"/>
                  </a:cubicBezTo>
                  <a:lnTo>
                    <a:pt x="924" y="77"/>
                  </a:lnTo>
                  <a:cubicBezTo>
                    <a:pt x="913" y="59"/>
                    <a:pt x="894" y="46"/>
                    <a:pt x="868" y="46"/>
                  </a:cubicBezTo>
                  <a:cubicBezTo>
                    <a:pt x="594" y="23"/>
                    <a:pt x="343" y="23"/>
                    <a:pt x="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4"/>
            <p:cNvSpPr/>
            <p:nvPr/>
          </p:nvSpPr>
          <p:spPr>
            <a:xfrm>
              <a:off x="6218859" y="1668343"/>
              <a:ext cx="310036" cy="183010"/>
            </a:xfrm>
            <a:custGeom>
              <a:avLst/>
              <a:gdLst/>
              <a:ahLst/>
              <a:cxnLst/>
              <a:rect l="l" t="t" r="r" b="b"/>
              <a:pathLst>
                <a:path w="4879" h="2880" extrusionOk="0">
                  <a:moveTo>
                    <a:pt x="2883" y="1"/>
                  </a:moveTo>
                  <a:cubicBezTo>
                    <a:pt x="2155" y="1"/>
                    <a:pt x="1454" y="310"/>
                    <a:pt x="1204" y="591"/>
                  </a:cubicBezTo>
                  <a:cubicBezTo>
                    <a:pt x="758" y="1095"/>
                    <a:pt x="1" y="2880"/>
                    <a:pt x="952" y="2880"/>
                  </a:cubicBezTo>
                  <a:cubicBezTo>
                    <a:pt x="1122" y="2880"/>
                    <a:pt x="1347" y="2823"/>
                    <a:pt x="1637" y="2691"/>
                  </a:cubicBezTo>
                  <a:cubicBezTo>
                    <a:pt x="3098" y="2029"/>
                    <a:pt x="3555" y="843"/>
                    <a:pt x="3555" y="843"/>
                  </a:cubicBezTo>
                  <a:cubicBezTo>
                    <a:pt x="4057" y="1641"/>
                    <a:pt x="4879" y="1893"/>
                    <a:pt x="4879" y="1893"/>
                  </a:cubicBezTo>
                  <a:cubicBezTo>
                    <a:pt x="4655" y="440"/>
                    <a:pt x="3750" y="1"/>
                    <a:pt x="28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4"/>
            <p:cNvSpPr/>
            <p:nvPr/>
          </p:nvSpPr>
          <p:spPr>
            <a:xfrm>
              <a:off x="6218414" y="1820406"/>
              <a:ext cx="105993" cy="101736"/>
            </a:xfrm>
            <a:custGeom>
              <a:avLst/>
              <a:gdLst/>
              <a:ahLst/>
              <a:cxnLst/>
              <a:rect l="l" t="t" r="r" b="b"/>
              <a:pathLst>
                <a:path w="1668" h="1601" extrusionOk="0">
                  <a:moveTo>
                    <a:pt x="841" y="1"/>
                  </a:moveTo>
                  <a:cubicBezTo>
                    <a:pt x="827" y="1"/>
                    <a:pt x="814" y="1"/>
                    <a:pt x="800" y="2"/>
                  </a:cubicBezTo>
                  <a:cubicBezTo>
                    <a:pt x="343" y="25"/>
                    <a:pt x="1" y="413"/>
                    <a:pt x="24" y="846"/>
                  </a:cubicBezTo>
                  <a:cubicBezTo>
                    <a:pt x="46" y="1266"/>
                    <a:pt x="410" y="1601"/>
                    <a:pt x="827" y="1601"/>
                  </a:cubicBezTo>
                  <a:cubicBezTo>
                    <a:pt x="841" y="1601"/>
                    <a:pt x="855" y="1600"/>
                    <a:pt x="868" y="1599"/>
                  </a:cubicBezTo>
                  <a:cubicBezTo>
                    <a:pt x="1325" y="1577"/>
                    <a:pt x="1667" y="1211"/>
                    <a:pt x="1644" y="755"/>
                  </a:cubicBezTo>
                  <a:cubicBezTo>
                    <a:pt x="1622" y="335"/>
                    <a:pt x="1258" y="1"/>
                    <a:pt x="8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4"/>
            <p:cNvSpPr/>
            <p:nvPr/>
          </p:nvSpPr>
          <p:spPr>
            <a:xfrm>
              <a:off x="6257621" y="1841884"/>
              <a:ext cx="47913" cy="40669"/>
            </a:xfrm>
            <a:custGeom>
              <a:avLst/>
              <a:gdLst/>
              <a:ahLst/>
              <a:cxnLst/>
              <a:rect l="l" t="t" r="r" b="b"/>
              <a:pathLst>
                <a:path w="754" h="640" extrusionOk="0">
                  <a:moveTo>
                    <a:pt x="201" y="0"/>
                  </a:moveTo>
                  <a:cubicBezTo>
                    <a:pt x="172" y="0"/>
                    <a:pt x="144" y="2"/>
                    <a:pt x="114" y="6"/>
                  </a:cubicBezTo>
                  <a:cubicBezTo>
                    <a:pt x="0" y="29"/>
                    <a:pt x="0" y="189"/>
                    <a:pt x="114" y="189"/>
                  </a:cubicBezTo>
                  <a:cubicBezTo>
                    <a:pt x="146" y="183"/>
                    <a:pt x="177" y="180"/>
                    <a:pt x="208" y="180"/>
                  </a:cubicBezTo>
                  <a:cubicBezTo>
                    <a:pt x="414" y="180"/>
                    <a:pt x="571" y="315"/>
                    <a:pt x="571" y="554"/>
                  </a:cubicBezTo>
                  <a:cubicBezTo>
                    <a:pt x="571" y="611"/>
                    <a:pt x="617" y="639"/>
                    <a:pt x="662" y="639"/>
                  </a:cubicBezTo>
                  <a:cubicBezTo>
                    <a:pt x="708" y="639"/>
                    <a:pt x="754" y="611"/>
                    <a:pt x="754" y="554"/>
                  </a:cubicBezTo>
                  <a:cubicBezTo>
                    <a:pt x="754" y="220"/>
                    <a:pt x="505" y="0"/>
                    <a:pt x="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4"/>
            <p:cNvSpPr/>
            <p:nvPr/>
          </p:nvSpPr>
          <p:spPr>
            <a:xfrm>
              <a:off x="6476659" y="1787998"/>
              <a:ext cx="37301" cy="12391"/>
            </a:xfrm>
            <a:custGeom>
              <a:avLst/>
              <a:gdLst/>
              <a:ahLst/>
              <a:cxnLst/>
              <a:rect l="l" t="t" r="r" b="b"/>
              <a:pathLst>
                <a:path w="587" h="195" extrusionOk="0">
                  <a:moveTo>
                    <a:pt x="201" y="1"/>
                  </a:moveTo>
                  <a:cubicBezTo>
                    <a:pt x="165" y="1"/>
                    <a:pt x="128" y="3"/>
                    <a:pt x="91" y="10"/>
                  </a:cubicBezTo>
                  <a:cubicBezTo>
                    <a:pt x="6" y="10"/>
                    <a:pt x="0" y="149"/>
                    <a:pt x="74" y="149"/>
                  </a:cubicBezTo>
                  <a:cubicBezTo>
                    <a:pt x="79" y="149"/>
                    <a:pt x="85" y="148"/>
                    <a:pt x="91" y="146"/>
                  </a:cubicBezTo>
                  <a:cubicBezTo>
                    <a:pt x="228" y="146"/>
                    <a:pt x="342" y="146"/>
                    <a:pt x="456" y="192"/>
                  </a:cubicBezTo>
                  <a:cubicBezTo>
                    <a:pt x="463" y="194"/>
                    <a:pt x="470" y="195"/>
                    <a:pt x="476" y="195"/>
                  </a:cubicBezTo>
                  <a:cubicBezTo>
                    <a:pt x="554" y="195"/>
                    <a:pt x="586" y="76"/>
                    <a:pt x="502" y="55"/>
                  </a:cubicBezTo>
                  <a:cubicBezTo>
                    <a:pt x="402" y="22"/>
                    <a:pt x="302" y="1"/>
                    <a:pt x="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4"/>
            <p:cNvSpPr/>
            <p:nvPr/>
          </p:nvSpPr>
          <p:spPr>
            <a:xfrm>
              <a:off x="6381723" y="1789841"/>
              <a:ext cx="37936" cy="23194"/>
            </a:xfrm>
            <a:custGeom>
              <a:avLst/>
              <a:gdLst/>
              <a:ahLst/>
              <a:cxnLst/>
              <a:rect l="l" t="t" r="r" b="b"/>
              <a:pathLst>
                <a:path w="597" h="365" extrusionOk="0">
                  <a:moveTo>
                    <a:pt x="509" y="1"/>
                  </a:moveTo>
                  <a:cubicBezTo>
                    <a:pt x="503" y="1"/>
                    <a:pt x="497" y="2"/>
                    <a:pt x="490" y="3"/>
                  </a:cubicBezTo>
                  <a:cubicBezTo>
                    <a:pt x="330" y="49"/>
                    <a:pt x="193" y="140"/>
                    <a:pt x="56" y="232"/>
                  </a:cubicBezTo>
                  <a:cubicBezTo>
                    <a:pt x="1" y="268"/>
                    <a:pt x="34" y="365"/>
                    <a:pt x="86" y="365"/>
                  </a:cubicBezTo>
                  <a:cubicBezTo>
                    <a:pt x="98" y="365"/>
                    <a:pt x="111" y="359"/>
                    <a:pt x="124" y="346"/>
                  </a:cubicBezTo>
                  <a:cubicBezTo>
                    <a:pt x="261" y="254"/>
                    <a:pt x="375" y="186"/>
                    <a:pt x="512" y="140"/>
                  </a:cubicBezTo>
                  <a:cubicBezTo>
                    <a:pt x="597" y="119"/>
                    <a:pt x="584" y="1"/>
                    <a:pt x="5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4"/>
            <p:cNvSpPr/>
            <p:nvPr/>
          </p:nvSpPr>
          <p:spPr>
            <a:xfrm>
              <a:off x="6448445" y="1807125"/>
              <a:ext cx="31137" cy="48421"/>
            </a:xfrm>
            <a:custGeom>
              <a:avLst/>
              <a:gdLst/>
              <a:ahLst/>
              <a:cxnLst/>
              <a:rect l="l" t="t" r="r" b="b"/>
              <a:pathLst>
                <a:path w="490" h="762" extrusionOk="0">
                  <a:moveTo>
                    <a:pt x="107" y="0"/>
                  </a:moveTo>
                  <a:cubicBezTo>
                    <a:pt x="61" y="0"/>
                    <a:pt x="0" y="54"/>
                    <a:pt x="33" y="119"/>
                  </a:cubicBezTo>
                  <a:cubicBezTo>
                    <a:pt x="113" y="279"/>
                    <a:pt x="193" y="439"/>
                    <a:pt x="304" y="584"/>
                  </a:cubicBezTo>
                  <a:lnTo>
                    <a:pt x="304" y="584"/>
                  </a:lnTo>
                  <a:cubicBezTo>
                    <a:pt x="236" y="609"/>
                    <a:pt x="169" y="622"/>
                    <a:pt x="102" y="622"/>
                  </a:cubicBezTo>
                  <a:cubicBezTo>
                    <a:pt x="17" y="643"/>
                    <a:pt x="50" y="761"/>
                    <a:pt x="127" y="761"/>
                  </a:cubicBezTo>
                  <a:cubicBezTo>
                    <a:pt x="133" y="761"/>
                    <a:pt x="140" y="760"/>
                    <a:pt x="147" y="758"/>
                  </a:cubicBezTo>
                  <a:cubicBezTo>
                    <a:pt x="238" y="758"/>
                    <a:pt x="353" y="713"/>
                    <a:pt x="444" y="667"/>
                  </a:cubicBezTo>
                  <a:cubicBezTo>
                    <a:pt x="467" y="644"/>
                    <a:pt x="490" y="599"/>
                    <a:pt x="467" y="576"/>
                  </a:cubicBezTo>
                  <a:cubicBezTo>
                    <a:pt x="353" y="393"/>
                    <a:pt x="238" y="234"/>
                    <a:pt x="147" y="28"/>
                  </a:cubicBezTo>
                  <a:cubicBezTo>
                    <a:pt x="141" y="9"/>
                    <a:pt x="125" y="0"/>
                    <a:pt x="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4"/>
            <p:cNvSpPr/>
            <p:nvPr/>
          </p:nvSpPr>
          <p:spPr>
            <a:xfrm>
              <a:off x="6129528" y="1524148"/>
              <a:ext cx="188602" cy="188665"/>
            </a:xfrm>
            <a:custGeom>
              <a:avLst/>
              <a:gdLst/>
              <a:ahLst/>
              <a:cxnLst/>
              <a:rect l="l" t="t" r="r" b="b"/>
              <a:pathLst>
                <a:path w="2968" h="2969" extrusionOk="0">
                  <a:moveTo>
                    <a:pt x="1484" y="1"/>
                  </a:moveTo>
                  <a:cubicBezTo>
                    <a:pt x="662" y="1"/>
                    <a:pt x="0" y="663"/>
                    <a:pt x="0" y="1484"/>
                  </a:cubicBezTo>
                  <a:cubicBezTo>
                    <a:pt x="0" y="2306"/>
                    <a:pt x="662" y="2968"/>
                    <a:pt x="1484" y="2968"/>
                  </a:cubicBezTo>
                  <a:cubicBezTo>
                    <a:pt x="2305" y="2968"/>
                    <a:pt x="2967" y="2306"/>
                    <a:pt x="2967" y="1484"/>
                  </a:cubicBezTo>
                  <a:cubicBezTo>
                    <a:pt x="2967" y="663"/>
                    <a:pt x="2305" y="1"/>
                    <a:pt x="14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1" name="Google Shape;731;p34"/>
          <p:cNvSpPr/>
          <p:nvPr/>
        </p:nvSpPr>
        <p:spPr>
          <a:xfrm>
            <a:off x="4663822" y="792306"/>
            <a:ext cx="943716" cy="931649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33" name="Google Shape;733;p34"/>
          <p:cNvSpPr txBox="1">
            <a:spLocks noGrp="1"/>
          </p:cNvSpPr>
          <p:nvPr>
            <p:ph type="ctrTitle" idx="2"/>
          </p:nvPr>
        </p:nvSpPr>
        <p:spPr>
          <a:xfrm>
            <a:off x="510730" y="679430"/>
            <a:ext cx="4208878" cy="274951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5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Обучающее</a:t>
            </a:r>
            <a:br>
              <a:rPr lang="ru-RU" sz="5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ru-RU" sz="5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Приложение</a:t>
            </a:r>
            <a:br>
              <a:rPr lang="ru-RU" sz="5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5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“</a:t>
            </a:r>
            <a:r>
              <a:rPr lang="en-US" sz="5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EzLearn</a:t>
            </a:r>
            <a:r>
              <a:rPr lang="en-US" sz="5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”</a:t>
            </a:r>
            <a:endParaRPr sz="5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38"/>
          <p:cNvSpPr txBox="1">
            <a:spLocks noGrp="1"/>
          </p:cNvSpPr>
          <p:nvPr>
            <p:ph type="title"/>
          </p:nvPr>
        </p:nvSpPr>
        <p:spPr>
          <a:xfrm>
            <a:off x="4572000" y="1715900"/>
            <a:ext cx="3858900" cy="73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Идея проекта</a:t>
            </a:r>
            <a:endParaRPr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93" name="Google Shape;793;p38"/>
          <p:cNvSpPr txBox="1">
            <a:spLocks noGrp="1"/>
          </p:cNvSpPr>
          <p:nvPr>
            <p:ph type="subTitle" idx="1"/>
          </p:nvPr>
        </p:nvSpPr>
        <p:spPr>
          <a:xfrm>
            <a:off x="4572000" y="2454399"/>
            <a:ext cx="3858900" cy="1574907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Создание удобного и интерактивного приложения для изучения иностранных слов и разнообразных терминов</a:t>
            </a:r>
            <a:endParaRPr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794" name="Google Shape;794;p38"/>
          <p:cNvGrpSpPr/>
          <p:nvPr/>
        </p:nvGrpSpPr>
        <p:grpSpPr>
          <a:xfrm>
            <a:off x="942561" y="1476912"/>
            <a:ext cx="2653440" cy="2193825"/>
            <a:chOff x="942561" y="1476912"/>
            <a:chExt cx="2653440" cy="2193825"/>
          </a:xfrm>
        </p:grpSpPr>
        <p:sp>
          <p:nvSpPr>
            <p:cNvPr id="795" name="Google Shape;795;p38"/>
            <p:cNvSpPr/>
            <p:nvPr/>
          </p:nvSpPr>
          <p:spPr>
            <a:xfrm>
              <a:off x="942561" y="1476912"/>
              <a:ext cx="1742497" cy="1216056"/>
            </a:xfrm>
            <a:custGeom>
              <a:avLst/>
              <a:gdLst/>
              <a:ahLst/>
              <a:cxnLst/>
              <a:rect l="l" t="t" r="r" b="b"/>
              <a:pathLst>
                <a:path w="28555" h="19928" extrusionOk="0">
                  <a:moveTo>
                    <a:pt x="753" y="1"/>
                  </a:moveTo>
                  <a:cubicBezTo>
                    <a:pt x="342" y="1"/>
                    <a:pt x="0" y="320"/>
                    <a:pt x="0" y="731"/>
                  </a:cubicBezTo>
                  <a:lnTo>
                    <a:pt x="0" y="19174"/>
                  </a:lnTo>
                  <a:cubicBezTo>
                    <a:pt x="0" y="19585"/>
                    <a:pt x="342" y="19927"/>
                    <a:pt x="753" y="19927"/>
                  </a:cubicBezTo>
                  <a:lnTo>
                    <a:pt x="27801" y="19927"/>
                  </a:lnTo>
                  <a:cubicBezTo>
                    <a:pt x="28212" y="19927"/>
                    <a:pt x="28554" y="19585"/>
                    <a:pt x="28554" y="19174"/>
                  </a:cubicBezTo>
                  <a:lnTo>
                    <a:pt x="28554" y="731"/>
                  </a:lnTo>
                  <a:cubicBezTo>
                    <a:pt x="28554" y="320"/>
                    <a:pt x="28212" y="1"/>
                    <a:pt x="27801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8"/>
            <p:cNvSpPr/>
            <p:nvPr/>
          </p:nvSpPr>
          <p:spPr>
            <a:xfrm>
              <a:off x="942561" y="1476912"/>
              <a:ext cx="1742497" cy="179772"/>
            </a:xfrm>
            <a:custGeom>
              <a:avLst/>
              <a:gdLst/>
              <a:ahLst/>
              <a:cxnLst/>
              <a:rect l="l" t="t" r="r" b="b"/>
              <a:pathLst>
                <a:path w="28555" h="2946" extrusionOk="0">
                  <a:moveTo>
                    <a:pt x="753" y="1"/>
                  </a:moveTo>
                  <a:cubicBezTo>
                    <a:pt x="342" y="1"/>
                    <a:pt x="0" y="320"/>
                    <a:pt x="0" y="731"/>
                  </a:cubicBezTo>
                  <a:lnTo>
                    <a:pt x="0" y="2945"/>
                  </a:lnTo>
                  <a:lnTo>
                    <a:pt x="28554" y="2945"/>
                  </a:lnTo>
                  <a:lnTo>
                    <a:pt x="28554" y="731"/>
                  </a:lnTo>
                  <a:cubicBezTo>
                    <a:pt x="28554" y="320"/>
                    <a:pt x="28212" y="1"/>
                    <a:pt x="27801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8"/>
            <p:cNvSpPr/>
            <p:nvPr/>
          </p:nvSpPr>
          <p:spPr>
            <a:xfrm>
              <a:off x="2357671" y="1534029"/>
              <a:ext cx="55775" cy="57178"/>
            </a:xfrm>
            <a:custGeom>
              <a:avLst/>
              <a:gdLst/>
              <a:ahLst/>
              <a:cxnLst/>
              <a:rect l="l" t="t" r="r" b="b"/>
              <a:pathLst>
                <a:path w="914" h="937" extrusionOk="0">
                  <a:moveTo>
                    <a:pt x="457" y="115"/>
                  </a:moveTo>
                  <a:cubicBezTo>
                    <a:pt x="640" y="115"/>
                    <a:pt x="799" y="275"/>
                    <a:pt x="799" y="457"/>
                  </a:cubicBezTo>
                  <a:cubicBezTo>
                    <a:pt x="799" y="663"/>
                    <a:pt x="640" y="822"/>
                    <a:pt x="457" y="822"/>
                  </a:cubicBezTo>
                  <a:cubicBezTo>
                    <a:pt x="274" y="822"/>
                    <a:pt x="115" y="663"/>
                    <a:pt x="115" y="457"/>
                  </a:cubicBezTo>
                  <a:cubicBezTo>
                    <a:pt x="115" y="275"/>
                    <a:pt x="274" y="115"/>
                    <a:pt x="457" y="115"/>
                  </a:cubicBezTo>
                  <a:close/>
                  <a:moveTo>
                    <a:pt x="457" y="1"/>
                  </a:moveTo>
                  <a:cubicBezTo>
                    <a:pt x="206" y="1"/>
                    <a:pt x="1" y="206"/>
                    <a:pt x="1" y="457"/>
                  </a:cubicBezTo>
                  <a:cubicBezTo>
                    <a:pt x="1" y="731"/>
                    <a:pt x="206" y="936"/>
                    <a:pt x="457" y="936"/>
                  </a:cubicBezTo>
                  <a:cubicBezTo>
                    <a:pt x="708" y="936"/>
                    <a:pt x="914" y="731"/>
                    <a:pt x="914" y="457"/>
                  </a:cubicBezTo>
                  <a:cubicBezTo>
                    <a:pt x="914" y="206"/>
                    <a:pt x="708" y="1"/>
                    <a:pt x="4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8"/>
            <p:cNvSpPr/>
            <p:nvPr/>
          </p:nvSpPr>
          <p:spPr>
            <a:xfrm>
              <a:off x="2457931" y="1534029"/>
              <a:ext cx="57178" cy="57178"/>
            </a:xfrm>
            <a:custGeom>
              <a:avLst/>
              <a:gdLst/>
              <a:ahLst/>
              <a:cxnLst/>
              <a:rect l="l" t="t" r="r" b="b"/>
              <a:pathLst>
                <a:path w="937" h="937" extrusionOk="0">
                  <a:moveTo>
                    <a:pt x="457" y="115"/>
                  </a:moveTo>
                  <a:cubicBezTo>
                    <a:pt x="663" y="115"/>
                    <a:pt x="800" y="275"/>
                    <a:pt x="800" y="457"/>
                  </a:cubicBezTo>
                  <a:cubicBezTo>
                    <a:pt x="800" y="663"/>
                    <a:pt x="663" y="822"/>
                    <a:pt x="457" y="822"/>
                  </a:cubicBezTo>
                  <a:cubicBezTo>
                    <a:pt x="275" y="822"/>
                    <a:pt x="115" y="663"/>
                    <a:pt x="115" y="457"/>
                  </a:cubicBezTo>
                  <a:cubicBezTo>
                    <a:pt x="115" y="275"/>
                    <a:pt x="275" y="115"/>
                    <a:pt x="457" y="115"/>
                  </a:cubicBezTo>
                  <a:close/>
                  <a:moveTo>
                    <a:pt x="457" y="1"/>
                  </a:moveTo>
                  <a:cubicBezTo>
                    <a:pt x="206" y="1"/>
                    <a:pt x="1" y="206"/>
                    <a:pt x="1" y="457"/>
                  </a:cubicBezTo>
                  <a:cubicBezTo>
                    <a:pt x="1" y="731"/>
                    <a:pt x="206" y="936"/>
                    <a:pt x="457" y="936"/>
                  </a:cubicBezTo>
                  <a:cubicBezTo>
                    <a:pt x="731" y="936"/>
                    <a:pt x="937" y="731"/>
                    <a:pt x="937" y="457"/>
                  </a:cubicBezTo>
                  <a:cubicBezTo>
                    <a:pt x="937" y="206"/>
                    <a:pt x="731" y="1"/>
                    <a:pt x="4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8"/>
            <p:cNvSpPr/>
            <p:nvPr/>
          </p:nvSpPr>
          <p:spPr>
            <a:xfrm>
              <a:off x="2562402" y="1534029"/>
              <a:ext cx="55775" cy="57178"/>
            </a:xfrm>
            <a:custGeom>
              <a:avLst/>
              <a:gdLst/>
              <a:ahLst/>
              <a:cxnLst/>
              <a:rect l="l" t="t" r="r" b="b"/>
              <a:pathLst>
                <a:path w="914" h="937" extrusionOk="0">
                  <a:moveTo>
                    <a:pt x="457" y="115"/>
                  </a:moveTo>
                  <a:cubicBezTo>
                    <a:pt x="640" y="115"/>
                    <a:pt x="800" y="275"/>
                    <a:pt x="800" y="457"/>
                  </a:cubicBezTo>
                  <a:cubicBezTo>
                    <a:pt x="800" y="663"/>
                    <a:pt x="640" y="822"/>
                    <a:pt x="457" y="822"/>
                  </a:cubicBezTo>
                  <a:cubicBezTo>
                    <a:pt x="275" y="822"/>
                    <a:pt x="115" y="663"/>
                    <a:pt x="115" y="457"/>
                  </a:cubicBezTo>
                  <a:cubicBezTo>
                    <a:pt x="115" y="275"/>
                    <a:pt x="275" y="115"/>
                    <a:pt x="457" y="115"/>
                  </a:cubicBezTo>
                  <a:close/>
                  <a:moveTo>
                    <a:pt x="457" y="1"/>
                  </a:moveTo>
                  <a:cubicBezTo>
                    <a:pt x="206" y="1"/>
                    <a:pt x="1" y="206"/>
                    <a:pt x="1" y="457"/>
                  </a:cubicBezTo>
                  <a:cubicBezTo>
                    <a:pt x="1" y="731"/>
                    <a:pt x="206" y="936"/>
                    <a:pt x="457" y="936"/>
                  </a:cubicBezTo>
                  <a:cubicBezTo>
                    <a:pt x="708" y="936"/>
                    <a:pt x="914" y="731"/>
                    <a:pt x="914" y="457"/>
                  </a:cubicBezTo>
                  <a:cubicBezTo>
                    <a:pt x="914" y="206"/>
                    <a:pt x="708" y="1"/>
                    <a:pt x="4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8"/>
            <p:cNvSpPr/>
            <p:nvPr/>
          </p:nvSpPr>
          <p:spPr>
            <a:xfrm>
              <a:off x="1023288" y="1715900"/>
              <a:ext cx="1581000" cy="893400"/>
            </a:xfrm>
            <a:prstGeom prst="roundRect">
              <a:avLst>
                <a:gd name="adj" fmla="val 4193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8"/>
            <p:cNvSpPr/>
            <p:nvPr/>
          </p:nvSpPr>
          <p:spPr>
            <a:xfrm>
              <a:off x="1118061" y="1827914"/>
              <a:ext cx="356615" cy="703467"/>
            </a:xfrm>
            <a:custGeom>
              <a:avLst/>
              <a:gdLst/>
              <a:ahLst/>
              <a:cxnLst/>
              <a:rect l="l" t="t" r="r" b="b"/>
              <a:pathLst>
                <a:path w="5844" h="11528" extrusionOk="0">
                  <a:moveTo>
                    <a:pt x="5752" y="1"/>
                  </a:moveTo>
                  <a:cubicBezTo>
                    <a:pt x="2579" y="1"/>
                    <a:pt x="0" y="2580"/>
                    <a:pt x="0" y="5776"/>
                  </a:cubicBezTo>
                  <a:cubicBezTo>
                    <a:pt x="0" y="8948"/>
                    <a:pt x="2579" y="11528"/>
                    <a:pt x="5752" y="11528"/>
                  </a:cubicBezTo>
                  <a:cubicBezTo>
                    <a:pt x="5798" y="11528"/>
                    <a:pt x="5843" y="1"/>
                    <a:pt x="5752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8"/>
            <p:cNvSpPr/>
            <p:nvPr/>
          </p:nvSpPr>
          <p:spPr>
            <a:xfrm>
              <a:off x="1496889" y="1827914"/>
              <a:ext cx="353869" cy="354419"/>
            </a:xfrm>
            <a:custGeom>
              <a:avLst/>
              <a:gdLst/>
              <a:ahLst/>
              <a:cxnLst/>
              <a:rect l="l" t="t" r="r" b="b"/>
              <a:pathLst>
                <a:path w="5799" h="5808" extrusionOk="0">
                  <a:moveTo>
                    <a:pt x="46" y="1"/>
                  </a:moveTo>
                  <a:cubicBezTo>
                    <a:pt x="0" y="1"/>
                    <a:pt x="0" y="2808"/>
                    <a:pt x="0" y="5798"/>
                  </a:cubicBezTo>
                  <a:cubicBezTo>
                    <a:pt x="0" y="5805"/>
                    <a:pt x="498" y="5808"/>
                    <a:pt x="1201" y="5808"/>
                  </a:cubicBezTo>
                  <a:cubicBezTo>
                    <a:pt x="2899" y="5808"/>
                    <a:pt x="5798" y="5792"/>
                    <a:pt x="5798" y="5776"/>
                  </a:cubicBezTo>
                  <a:cubicBezTo>
                    <a:pt x="5798" y="2580"/>
                    <a:pt x="3219" y="1"/>
                    <a:pt x="46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8"/>
            <p:cNvSpPr/>
            <p:nvPr/>
          </p:nvSpPr>
          <p:spPr>
            <a:xfrm>
              <a:off x="1956510" y="2000669"/>
              <a:ext cx="484824" cy="8421"/>
            </a:xfrm>
            <a:custGeom>
              <a:avLst/>
              <a:gdLst/>
              <a:ahLst/>
              <a:cxnLst/>
              <a:rect l="l" t="t" r="r" b="b"/>
              <a:pathLst>
                <a:path w="7945" h="138" extrusionOk="0">
                  <a:moveTo>
                    <a:pt x="46" y="0"/>
                  </a:moveTo>
                  <a:cubicBezTo>
                    <a:pt x="24" y="0"/>
                    <a:pt x="1" y="23"/>
                    <a:pt x="1" y="69"/>
                  </a:cubicBezTo>
                  <a:cubicBezTo>
                    <a:pt x="1" y="91"/>
                    <a:pt x="24" y="137"/>
                    <a:pt x="46" y="137"/>
                  </a:cubicBezTo>
                  <a:lnTo>
                    <a:pt x="7876" y="137"/>
                  </a:lnTo>
                  <a:cubicBezTo>
                    <a:pt x="7921" y="137"/>
                    <a:pt x="7944" y="91"/>
                    <a:pt x="7944" y="69"/>
                  </a:cubicBezTo>
                  <a:cubicBezTo>
                    <a:pt x="7944" y="23"/>
                    <a:pt x="7921" y="0"/>
                    <a:pt x="78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8"/>
            <p:cNvSpPr/>
            <p:nvPr/>
          </p:nvSpPr>
          <p:spPr>
            <a:xfrm>
              <a:off x="1956510" y="2107886"/>
              <a:ext cx="236889" cy="7018"/>
            </a:xfrm>
            <a:custGeom>
              <a:avLst/>
              <a:gdLst/>
              <a:ahLst/>
              <a:cxnLst/>
              <a:rect l="l" t="t" r="r" b="b"/>
              <a:pathLst>
                <a:path w="3882" h="115" extrusionOk="0">
                  <a:moveTo>
                    <a:pt x="46" y="1"/>
                  </a:moveTo>
                  <a:cubicBezTo>
                    <a:pt x="24" y="1"/>
                    <a:pt x="1" y="23"/>
                    <a:pt x="1" y="69"/>
                  </a:cubicBezTo>
                  <a:cubicBezTo>
                    <a:pt x="1" y="92"/>
                    <a:pt x="24" y="115"/>
                    <a:pt x="46" y="115"/>
                  </a:cubicBezTo>
                  <a:lnTo>
                    <a:pt x="3835" y="115"/>
                  </a:lnTo>
                  <a:cubicBezTo>
                    <a:pt x="3858" y="115"/>
                    <a:pt x="3881" y="92"/>
                    <a:pt x="3881" y="69"/>
                  </a:cubicBezTo>
                  <a:cubicBezTo>
                    <a:pt x="3881" y="23"/>
                    <a:pt x="3858" y="1"/>
                    <a:pt x="3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8"/>
            <p:cNvSpPr/>
            <p:nvPr/>
          </p:nvSpPr>
          <p:spPr>
            <a:xfrm>
              <a:off x="2225375" y="2107886"/>
              <a:ext cx="214555" cy="7018"/>
            </a:xfrm>
            <a:custGeom>
              <a:avLst/>
              <a:gdLst/>
              <a:ahLst/>
              <a:cxnLst/>
              <a:rect l="l" t="t" r="r" b="b"/>
              <a:pathLst>
                <a:path w="3516" h="115" extrusionOk="0">
                  <a:moveTo>
                    <a:pt x="69" y="1"/>
                  </a:moveTo>
                  <a:cubicBezTo>
                    <a:pt x="23" y="1"/>
                    <a:pt x="0" y="23"/>
                    <a:pt x="0" y="69"/>
                  </a:cubicBezTo>
                  <a:cubicBezTo>
                    <a:pt x="0" y="92"/>
                    <a:pt x="23" y="115"/>
                    <a:pt x="69" y="115"/>
                  </a:cubicBezTo>
                  <a:lnTo>
                    <a:pt x="3470" y="115"/>
                  </a:lnTo>
                  <a:cubicBezTo>
                    <a:pt x="3492" y="115"/>
                    <a:pt x="3515" y="92"/>
                    <a:pt x="3515" y="69"/>
                  </a:cubicBezTo>
                  <a:cubicBezTo>
                    <a:pt x="3515" y="23"/>
                    <a:pt x="3492" y="1"/>
                    <a:pt x="34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8"/>
            <p:cNvSpPr/>
            <p:nvPr/>
          </p:nvSpPr>
          <p:spPr>
            <a:xfrm>
              <a:off x="1587446" y="2241587"/>
              <a:ext cx="1236865" cy="454129"/>
            </a:xfrm>
            <a:custGeom>
              <a:avLst/>
              <a:gdLst/>
              <a:ahLst/>
              <a:cxnLst/>
              <a:rect l="l" t="t" r="r" b="b"/>
              <a:pathLst>
                <a:path w="20269" h="7442" extrusionOk="0">
                  <a:moveTo>
                    <a:pt x="5570" y="1"/>
                  </a:moveTo>
                  <a:cubicBezTo>
                    <a:pt x="4040" y="1"/>
                    <a:pt x="2785" y="1119"/>
                    <a:pt x="2534" y="2580"/>
                  </a:cubicBezTo>
                  <a:lnTo>
                    <a:pt x="2534" y="2671"/>
                  </a:lnTo>
                  <a:cubicBezTo>
                    <a:pt x="2511" y="2808"/>
                    <a:pt x="2511" y="2945"/>
                    <a:pt x="2511" y="3105"/>
                  </a:cubicBezTo>
                  <a:lnTo>
                    <a:pt x="2511" y="4269"/>
                  </a:lnTo>
                  <a:cubicBezTo>
                    <a:pt x="2511" y="5205"/>
                    <a:pt x="2146" y="6095"/>
                    <a:pt x="1461" y="6689"/>
                  </a:cubicBezTo>
                  <a:cubicBezTo>
                    <a:pt x="1050" y="7054"/>
                    <a:pt x="571" y="7305"/>
                    <a:pt x="23" y="7396"/>
                  </a:cubicBezTo>
                  <a:cubicBezTo>
                    <a:pt x="0" y="7419"/>
                    <a:pt x="183" y="7419"/>
                    <a:pt x="365" y="7419"/>
                  </a:cubicBezTo>
                  <a:lnTo>
                    <a:pt x="845" y="7419"/>
                  </a:lnTo>
                  <a:lnTo>
                    <a:pt x="14700" y="7442"/>
                  </a:lnTo>
                  <a:cubicBezTo>
                    <a:pt x="16229" y="7419"/>
                    <a:pt x="17484" y="6301"/>
                    <a:pt x="17713" y="4840"/>
                  </a:cubicBezTo>
                  <a:lnTo>
                    <a:pt x="17735" y="4840"/>
                  </a:lnTo>
                  <a:lnTo>
                    <a:pt x="17735" y="4749"/>
                  </a:lnTo>
                  <a:cubicBezTo>
                    <a:pt x="17758" y="4612"/>
                    <a:pt x="17758" y="4475"/>
                    <a:pt x="17758" y="4315"/>
                  </a:cubicBezTo>
                  <a:lnTo>
                    <a:pt x="17758" y="2694"/>
                  </a:lnTo>
                  <a:cubicBezTo>
                    <a:pt x="17918" y="1370"/>
                    <a:pt x="18945" y="275"/>
                    <a:pt x="20246" y="24"/>
                  </a:cubicBezTo>
                  <a:cubicBezTo>
                    <a:pt x="20269" y="24"/>
                    <a:pt x="20086" y="1"/>
                    <a:pt x="1990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8"/>
            <p:cNvSpPr/>
            <p:nvPr/>
          </p:nvSpPr>
          <p:spPr>
            <a:xfrm>
              <a:off x="1931429" y="2241587"/>
              <a:ext cx="1431954" cy="1423594"/>
            </a:xfrm>
            <a:custGeom>
              <a:avLst/>
              <a:gdLst/>
              <a:ahLst/>
              <a:cxnLst/>
              <a:rect l="l" t="t" r="r" b="b"/>
              <a:pathLst>
                <a:path w="23466" h="23329" extrusionOk="0">
                  <a:moveTo>
                    <a:pt x="1" y="1"/>
                  </a:moveTo>
                  <a:cubicBezTo>
                    <a:pt x="2124" y="1"/>
                    <a:pt x="3858" y="1781"/>
                    <a:pt x="3858" y="4018"/>
                  </a:cubicBezTo>
                  <a:lnTo>
                    <a:pt x="3858" y="20749"/>
                  </a:lnTo>
                  <a:cubicBezTo>
                    <a:pt x="3858" y="22164"/>
                    <a:pt x="4954" y="23328"/>
                    <a:pt x="6346" y="23328"/>
                  </a:cubicBezTo>
                  <a:lnTo>
                    <a:pt x="23260" y="23328"/>
                  </a:lnTo>
                  <a:lnTo>
                    <a:pt x="23260" y="5776"/>
                  </a:lnTo>
                  <a:cubicBezTo>
                    <a:pt x="23465" y="2740"/>
                    <a:pt x="21776" y="1"/>
                    <a:pt x="1771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8"/>
            <p:cNvSpPr/>
            <p:nvPr/>
          </p:nvSpPr>
          <p:spPr>
            <a:xfrm>
              <a:off x="2308914" y="3362878"/>
              <a:ext cx="1287087" cy="307859"/>
            </a:xfrm>
            <a:custGeom>
              <a:avLst/>
              <a:gdLst/>
              <a:ahLst/>
              <a:cxnLst/>
              <a:rect l="l" t="t" r="r" b="b"/>
              <a:pathLst>
                <a:path w="21092" h="5045" extrusionOk="0">
                  <a:moveTo>
                    <a:pt x="21091" y="0"/>
                  </a:moveTo>
                  <a:lnTo>
                    <a:pt x="2626" y="23"/>
                  </a:lnTo>
                  <a:lnTo>
                    <a:pt x="2648" y="1826"/>
                  </a:lnTo>
                  <a:cubicBezTo>
                    <a:pt x="2648" y="3378"/>
                    <a:pt x="1507" y="4725"/>
                    <a:pt x="46" y="4999"/>
                  </a:cubicBezTo>
                  <a:cubicBezTo>
                    <a:pt x="1" y="5022"/>
                    <a:pt x="206" y="5022"/>
                    <a:pt x="389" y="5022"/>
                  </a:cubicBezTo>
                  <a:lnTo>
                    <a:pt x="868" y="5022"/>
                  </a:lnTo>
                  <a:lnTo>
                    <a:pt x="15179" y="5045"/>
                  </a:lnTo>
                  <a:lnTo>
                    <a:pt x="17919" y="5045"/>
                  </a:lnTo>
                  <a:cubicBezTo>
                    <a:pt x="19676" y="5022"/>
                    <a:pt x="21091" y="3584"/>
                    <a:pt x="21091" y="1826"/>
                  </a:cubicBezTo>
                  <a:lnTo>
                    <a:pt x="210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8"/>
            <p:cNvSpPr/>
            <p:nvPr/>
          </p:nvSpPr>
          <p:spPr>
            <a:xfrm>
              <a:off x="2356268" y="2681743"/>
              <a:ext cx="838571" cy="7018"/>
            </a:xfrm>
            <a:custGeom>
              <a:avLst/>
              <a:gdLst/>
              <a:ahLst/>
              <a:cxnLst/>
              <a:rect l="l" t="t" r="r" b="b"/>
              <a:pathLst>
                <a:path w="13742" h="115" extrusionOk="0">
                  <a:moveTo>
                    <a:pt x="46" y="1"/>
                  </a:moveTo>
                  <a:cubicBezTo>
                    <a:pt x="24" y="1"/>
                    <a:pt x="1" y="23"/>
                    <a:pt x="1" y="69"/>
                  </a:cubicBezTo>
                  <a:cubicBezTo>
                    <a:pt x="1" y="92"/>
                    <a:pt x="24" y="115"/>
                    <a:pt x="46" y="115"/>
                  </a:cubicBezTo>
                  <a:lnTo>
                    <a:pt x="13673" y="115"/>
                  </a:lnTo>
                  <a:cubicBezTo>
                    <a:pt x="13719" y="115"/>
                    <a:pt x="13742" y="92"/>
                    <a:pt x="13742" y="69"/>
                  </a:cubicBezTo>
                  <a:cubicBezTo>
                    <a:pt x="13742" y="23"/>
                    <a:pt x="13719" y="1"/>
                    <a:pt x="13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8"/>
            <p:cNvSpPr/>
            <p:nvPr/>
          </p:nvSpPr>
          <p:spPr>
            <a:xfrm>
              <a:off x="2368838" y="2502093"/>
              <a:ext cx="452726" cy="13974"/>
            </a:xfrm>
            <a:custGeom>
              <a:avLst/>
              <a:gdLst/>
              <a:ahLst/>
              <a:cxnLst/>
              <a:rect l="l" t="t" r="r" b="b"/>
              <a:pathLst>
                <a:path w="7419" h="229" extrusionOk="0">
                  <a:moveTo>
                    <a:pt x="114" y="0"/>
                  </a:moveTo>
                  <a:cubicBezTo>
                    <a:pt x="46" y="0"/>
                    <a:pt x="0" y="46"/>
                    <a:pt x="0" y="114"/>
                  </a:cubicBezTo>
                  <a:cubicBezTo>
                    <a:pt x="0" y="183"/>
                    <a:pt x="46" y="228"/>
                    <a:pt x="114" y="228"/>
                  </a:cubicBezTo>
                  <a:lnTo>
                    <a:pt x="7304" y="228"/>
                  </a:lnTo>
                  <a:cubicBezTo>
                    <a:pt x="7373" y="228"/>
                    <a:pt x="7418" y="183"/>
                    <a:pt x="7418" y="114"/>
                  </a:cubicBezTo>
                  <a:cubicBezTo>
                    <a:pt x="7418" y="46"/>
                    <a:pt x="7373" y="0"/>
                    <a:pt x="73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8"/>
            <p:cNvSpPr/>
            <p:nvPr/>
          </p:nvSpPr>
          <p:spPr>
            <a:xfrm>
              <a:off x="2356268" y="3028596"/>
              <a:ext cx="406776" cy="7018"/>
            </a:xfrm>
            <a:custGeom>
              <a:avLst/>
              <a:gdLst/>
              <a:ahLst/>
              <a:cxnLst/>
              <a:rect l="l" t="t" r="r" b="b"/>
              <a:pathLst>
                <a:path w="6666" h="115" extrusionOk="0">
                  <a:moveTo>
                    <a:pt x="46" y="0"/>
                  </a:moveTo>
                  <a:cubicBezTo>
                    <a:pt x="24" y="0"/>
                    <a:pt x="1" y="23"/>
                    <a:pt x="1" y="69"/>
                  </a:cubicBezTo>
                  <a:cubicBezTo>
                    <a:pt x="1" y="91"/>
                    <a:pt x="24" y="114"/>
                    <a:pt x="46" y="114"/>
                  </a:cubicBezTo>
                  <a:lnTo>
                    <a:pt x="6597" y="114"/>
                  </a:lnTo>
                  <a:cubicBezTo>
                    <a:pt x="6643" y="114"/>
                    <a:pt x="6666" y="91"/>
                    <a:pt x="6666" y="69"/>
                  </a:cubicBezTo>
                  <a:cubicBezTo>
                    <a:pt x="6666" y="23"/>
                    <a:pt x="6643" y="0"/>
                    <a:pt x="6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8"/>
            <p:cNvSpPr/>
            <p:nvPr/>
          </p:nvSpPr>
          <p:spPr>
            <a:xfrm>
              <a:off x="2356268" y="2844735"/>
              <a:ext cx="278629" cy="7018"/>
            </a:xfrm>
            <a:custGeom>
              <a:avLst/>
              <a:gdLst/>
              <a:ahLst/>
              <a:cxnLst/>
              <a:rect l="l" t="t" r="r" b="b"/>
              <a:pathLst>
                <a:path w="4566" h="115" extrusionOk="0">
                  <a:moveTo>
                    <a:pt x="46" y="0"/>
                  </a:moveTo>
                  <a:cubicBezTo>
                    <a:pt x="24" y="0"/>
                    <a:pt x="1" y="23"/>
                    <a:pt x="1" y="69"/>
                  </a:cubicBezTo>
                  <a:cubicBezTo>
                    <a:pt x="1" y="91"/>
                    <a:pt x="24" y="114"/>
                    <a:pt x="46" y="114"/>
                  </a:cubicBezTo>
                  <a:lnTo>
                    <a:pt x="4497" y="114"/>
                  </a:lnTo>
                  <a:cubicBezTo>
                    <a:pt x="4543" y="114"/>
                    <a:pt x="4566" y="91"/>
                    <a:pt x="4566" y="69"/>
                  </a:cubicBezTo>
                  <a:cubicBezTo>
                    <a:pt x="4566" y="23"/>
                    <a:pt x="4543" y="0"/>
                    <a:pt x="44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8"/>
            <p:cNvSpPr/>
            <p:nvPr/>
          </p:nvSpPr>
          <p:spPr>
            <a:xfrm>
              <a:off x="2722586" y="2844735"/>
              <a:ext cx="472253" cy="7018"/>
            </a:xfrm>
            <a:custGeom>
              <a:avLst/>
              <a:gdLst/>
              <a:ahLst/>
              <a:cxnLst/>
              <a:rect l="l" t="t" r="r" b="b"/>
              <a:pathLst>
                <a:path w="7739" h="115" extrusionOk="0">
                  <a:moveTo>
                    <a:pt x="46" y="0"/>
                  </a:moveTo>
                  <a:cubicBezTo>
                    <a:pt x="24" y="0"/>
                    <a:pt x="1" y="23"/>
                    <a:pt x="1" y="69"/>
                  </a:cubicBezTo>
                  <a:cubicBezTo>
                    <a:pt x="1" y="91"/>
                    <a:pt x="24" y="114"/>
                    <a:pt x="46" y="114"/>
                  </a:cubicBezTo>
                  <a:lnTo>
                    <a:pt x="7670" y="114"/>
                  </a:lnTo>
                  <a:cubicBezTo>
                    <a:pt x="7716" y="114"/>
                    <a:pt x="7739" y="91"/>
                    <a:pt x="7739" y="69"/>
                  </a:cubicBezTo>
                  <a:cubicBezTo>
                    <a:pt x="7739" y="23"/>
                    <a:pt x="7716" y="0"/>
                    <a:pt x="7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8"/>
            <p:cNvSpPr/>
            <p:nvPr/>
          </p:nvSpPr>
          <p:spPr>
            <a:xfrm>
              <a:off x="2356268" y="3226371"/>
              <a:ext cx="278629" cy="7018"/>
            </a:xfrm>
            <a:custGeom>
              <a:avLst/>
              <a:gdLst/>
              <a:ahLst/>
              <a:cxnLst/>
              <a:rect l="l" t="t" r="r" b="b"/>
              <a:pathLst>
                <a:path w="4566" h="115" extrusionOk="0">
                  <a:moveTo>
                    <a:pt x="46" y="0"/>
                  </a:moveTo>
                  <a:cubicBezTo>
                    <a:pt x="24" y="0"/>
                    <a:pt x="1" y="23"/>
                    <a:pt x="1" y="46"/>
                  </a:cubicBezTo>
                  <a:cubicBezTo>
                    <a:pt x="1" y="92"/>
                    <a:pt x="24" y="114"/>
                    <a:pt x="46" y="114"/>
                  </a:cubicBezTo>
                  <a:lnTo>
                    <a:pt x="4497" y="114"/>
                  </a:lnTo>
                  <a:cubicBezTo>
                    <a:pt x="4543" y="114"/>
                    <a:pt x="4566" y="92"/>
                    <a:pt x="4566" y="46"/>
                  </a:cubicBezTo>
                  <a:cubicBezTo>
                    <a:pt x="4566" y="23"/>
                    <a:pt x="4543" y="0"/>
                    <a:pt x="44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8"/>
            <p:cNvSpPr/>
            <p:nvPr/>
          </p:nvSpPr>
          <p:spPr>
            <a:xfrm>
              <a:off x="2689145" y="3226371"/>
              <a:ext cx="73898" cy="7018"/>
            </a:xfrm>
            <a:custGeom>
              <a:avLst/>
              <a:gdLst/>
              <a:ahLst/>
              <a:cxnLst/>
              <a:rect l="l" t="t" r="r" b="b"/>
              <a:pathLst>
                <a:path w="1211" h="115" extrusionOk="0">
                  <a:moveTo>
                    <a:pt x="69" y="0"/>
                  </a:moveTo>
                  <a:cubicBezTo>
                    <a:pt x="24" y="0"/>
                    <a:pt x="1" y="23"/>
                    <a:pt x="1" y="46"/>
                  </a:cubicBezTo>
                  <a:cubicBezTo>
                    <a:pt x="1" y="92"/>
                    <a:pt x="24" y="114"/>
                    <a:pt x="69" y="114"/>
                  </a:cubicBezTo>
                  <a:lnTo>
                    <a:pt x="1142" y="114"/>
                  </a:lnTo>
                  <a:cubicBezTo>
                    <a:pt x="1188" y="114"/>
                    <a:pt x="1211" y="92"/>
                    <a:pt x="1211" y="46"/>
                  </a:cubicBezTo>
                  <a:cubicBezTo>
                    <a:pt x="1211" y="23"/>
                    <a:pt x="1188" y="0"/>
                    <a:pt x="1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8"/>
            <p:cNvSpPr/>
            <p:nvPr/>
          </p:nvSpPr>
          <p:spPr>
            <a:xfrm>
              <a:off x="2847987" y="2981243"/>
              <a:ext cx="87811" cy="277225"/>
            </a:xfrm>
            <a:custGeom>
              <a:avLst/>
              <a:gdLst/>
              <a:ahLst/>
              <a:cxnLst/>
              <a:rect l="l" t="t" r="r" b="b"/>
              <a:pathLst>
                <a:path w="1439" h="4543" extrusionOk="0">
                  <a:moveTo>
                    <a:pt x="0" y="0"/>
                  </a:moveTo>
                  <a:lnTo>
                    <a:pt x="0" y="4542"/>
                  </a:lnTo>
                  <a:lnTo>
                    <a:pt x="1438" y="4542"/>
                  </a:lnTo>
                  <a:lnTo>
                    <a:pt x="1438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8"/>
            <p:cNvSpPr/>
            <p:nvPr/>
          </p:nvSpPr>
          <p:spPr>
            <a:xfrm>
              <a:off x="2973327" y="3089863"/>
              <a:ext cx="94768" cy="172755"/>
            </a:xfrm>
            <a:custGeom>
              <a:avLst/>
              <a:gdLst/>
              <a:ahLst/>
              <a:cxnLst/>
              <a:rect l="l" t="t" r="r" b="b"/>
              <a:pathLst>
                <a:path w="1553" h="2831" extrusionOk="0">
                  <a:moveTo>
                    <a:pt x="1438" y="115"/>
                  </a:moveTo>
                  <a:lnTo>
                    <a:pt x="1438" y="2717"/>
                  </a:lnTo>
                  <a:lnTo>
                    <a:pt x="114" y="2717"/>
                  </a:lnTo>
                  <a:lnTo>
                    <a:pt x="114" y="115"/>
                  </a:lnTo>
                  <a:close/>
                  <a:moveTo>
                    <a:pt x="46" y="0"/>
                  </a:moveTo>
                  <a:cubicBezTo>
                    <a:pt x="23" y="0"/>
                    <a:pt x="0" y="23"/>
                    <a:pt x="0" y="46"/>
                  </a:cubicBezTo>
                  <a:lnTo>
                    <a:pt x="0" y="2762"/>
                  </a:lnTo>
                  <a:cubicBezTo>
                    <a:pt x="0" y="2808"/>
                    <a:pt x="23" y="2831"/>
                    <a:pt x="46" y="2831"/>
                  </a:cubicBezTo>
                  <a:lnTo>
                    <a:pt x="1484" y="2831"/>
                  </a:lnTo>
                  <a:cubicBezTo>
                    <a:pt x="1530" y="2831"/>
                    <a:pt x="1552" y="2808"/>
                    <a:pt x="1552" y="2762"/>
                  </a:cubicBezTo>
                  <a:lnTo>
                    <a:pt x="1552" y="46"/>
                  </a:lnTo>
                  <a:cubicBezTo>
                    <a:pt x="1552" y="23"/>
                    <a:pt x="1530" y="0"/>
                    <a:pt x="1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8"/>
            <p:cNvSpPr/>
            <p:nvPr/>
          </p:nvSpPr>
          <p:spPr>
            <a:xfrm>
              <a:off x="3104220" y="2953355"/>
              <a:ext cx="86469" cy="305113"/>
            </a:xfrm>
            <a:custGeom>
              <a:avLst/>
              <a:gdLst/>
              <a:ahLst/>
              <a:cxnLst/>
              <a:rect l="l" t="t" r="r" b="b"/>
              <a:pathLst>
                <a:path w="1417" h="5000" extrusionOk="0">
                  <a:moveTo>
                    <a:pt x="1" y="1"/>
                  </a:moveTo>
                  <a:lnTo>
                    <a:pt x="1" y="4999"/>
                  </a:lnTo>
                  <a:lnTo>
                    <a:pt x="1416" y="4999"/>
                  </a:lnTo>
                  <a:lnTo>
                    <a:pt x="1416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8"/>
            <p:cNvSpPr/>
            <p:nvPr/>
          </p:nvSpPr>
          <p:spPr>
            <a:xfrm>
              <a:off x="2399472" y="1865565"/>
              <a:ext cx="720127" cy="225661"/>
            </a:xfrm>
            <a:custGeom>
              <a:avLst/>
              <a:gdLst/>
              <a:ahLst/>
              <a:cxnLst/>
              <a:rect l="l" t="t" r="r" b="b"/>
              <a:pathLst>
                <a:path w="11801" h="3698" extrusionOk="0">
                  <a:moveTo>
                    <a:pt x="7282" y="0"/>
                  </a:moveTo>
                  <a:lnTo>
                    <a:pt x="3515" y="3538"/>
                  </a:lnTo>
                  <a:lnTo>
                    <a:pt x="114" y="46"/>
                  </a:lnTo>
                  <a:cubicBezTo>
                    <a:pt x="103" y="34"/>
                    <a:pt x="86" y="29"/>
                    <a:pt x="69" y="29"/>
                  </a:cubicBezTo>
                  <a:cubicBezTo>
                    <a:pt x="52" y="29"/>
                    <a:pt x="35" y="34"/>
                    <a:pt x="23" y="46"/>
                  </a:cubicBezTo>
                  <a:cubicBezTo>
                    <a:pt x="0" y="69"/>
                    <a:pt x="0" y="91"/>
                    <a:pt x="23" y="114"/>
                  </a:cubicBezTo>
                  <a:lnTo>
                    <a:pt x="3515" y="3698"/>
                  </a:lnTo>
                  <a:lnTo>
                    <a:pt x="7304" y="160"/>
                  </a:lnTo>
                  <a:lnTo>
                    <a:pt x="11687" y="3561"/>
                  </a:lnTo>
                  <a:cubicBezTo>
                    <a:pt x="11698" y="3572"/>
                    <a:pt x="11715" y="3578"/>
                    <a:pt x="11732" y="3578"/>
                  </a:cubicBezTo>
                  <a:cubicBezTo>
                    <a:pt x="11750" y="3578"/>
                    <a:pt x="11767" y="3572"/>
                    <a:pt x="11778" y="3561"/>
                  </a:cubicBezTo>
                  <a:cubicBezTo>
                    <a:pt x="11801" y="3515"/>
                    <a:pt x="11778" y="3492"/>
                    <a:pt x="11755" y="3469"/>
                  </a:cubicBezTo>
                  <a:lnTo>
                    <a:pt x="72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8"/>
            <p:cNvSpPr/>
            <p:nvPr/>
          </p:nvSpPr>
          <p:spPr>
            <a:xfrm>
              <a:off x="2346504" y="1812598"/>
              <a:ext cx="114295" cy="115699"/>
            </a:xfrm>
            <a:custGeom>
              <a:avLst/>
              <a:gdLst/>
              <a:ahLst/>
              <a:cxnLst/>
              <a:rect l="l" t="t" r="r" b="b"/>
              <a:pathLst>
                <a:path w="1873" h="1896" extrusionOk="0">
                  <a:moveTo>
                    <a:pt x="937" y="1"/>
                  </a:moveTo>
                  <a:cubicBezTo>
                    <a:pt x="412" y="1"/>
                    <a:pt x="1" y="434"/>
                    <a:pt x="1" y="937"/>
                  </a:cubicBezTo>
                  <a:cubicBezTo>
                    <a:pt x="1" y="1461"/>
                    <a:pt x="412" y="1895"/>
                    <a:pt x="937" y="1895"/>
                  </a:cubicBezTo>
                  <a:cubicBezTo>
                    <a:pt x="1462" y="1895"/>
                    <a:pt x="1873" y="1461"/>
                    <a:pt x="1873" y="937"/>
                  </a:cubicBezTo>
                  <a:cubicBezTo>
                    <a:pt x="1873" y="434"/>
                    <a:pt x="1462" y="1"/>
                    <a:pt x="937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8"/>
            <p:cNvSpPr/>
            <p:nvPr/>
          </p:nvSpPr>
          <p:spPr>
            <a:xfrm>
              <a:off x="2786659" y="1812598"/>
              <a:ext cx="115699" cy="115699"/>
            </a:xfrm>
            <a:custGeom>
              <a:avLst/>
              <a:gdLst/>
              <a:ahLst/>
              <a:cxnLst/>
              <a:rect l="l" t="t" r="r" b="b"/>
              <a:pathLst>
                <a:path w="1896" h="1896" extrusionOk="0">
                  <a:moveTo>
                    <a:pt x="937" y="1"/>
                  </a:moveTo>
                  <a:cubicBezTo>
                    <a:pt x="434" y="1"/>
                    <a:pt x="1" y="434"/>
                    <a:pt x="1" y="937"/>
                  </a:cubicBezTo>
                  <a:cubicBezTo>
                    <a:pt x="1" y="1461"/>
                    <a:pt x="434" y="1895"/>
                    <a:pt x="937" y="1895"/>
                  </a:cubicBezTo>
                  <a:cubicBezTo>
                    <a:pt x="1462" y="1895"/>
                    <a:pt x="1895" y="1461"/>
                    <a:pt x="1895" y="937"/>
                  </a:cubicBezTo>
                  <a:cubicBezTo>
                    <a:pt x="1895" y="434"/>
                    <a:pt x="1462" y="1"/>
                    <a:pt x="937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8"/>
            <p:cNvSpPr/>
            <p:nvPr/>
          </p:nvSpPr>
          <p:spPr>
            <a:xfrm>
              <a:off x="2556849" y="2022943"/>
              <a:ext cx="114295" cy="114234"/>
            </a:xfrm>
            <a:custGeom>
              <a:avLst/>
              <a:gdLst/>
              <a:ahLst/>
              <a:cxnLst/>
              <a:rect l="l" t="t" r="r" b="b"/>
              <a:pathLst>
                <a:path w="1873" h="1872" extrusionOk="0">
                  <a:moveTo>
                    <a:pt x="936" y="0"/>
                  </a:moveTo>
                  <a:cubicBezTo>
                    <a:pt x="411" y="0"/>
                    <a:pt x="1" y="411"/>
                    <a:pt x="1" y="936"/>
                  </a:cubicBezTo>
                  <a:cubicBezTo>
                    <a:pt x="1" y="1461"/>
                    <a:pt x="411" y="1872"/>
                    <a:pt x="936" y="1872"/>
                  </a:cubicBezTo>
                  <a:cubicBezTo>
                    <a:pt x="1461" y="1872"/>
                    <a:pt x="1872" y="1461"/>
                    <a:pt x="1872" y="936"/>
                  </a:cubicBezTo>
                  <a:cubicBezTo>
                    <a:pt x="1872" y="411"/>
                    <a:pt x="1461" y="0"/>
                    <a:pt x="936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8"/>
            <p:cNvSpPr/>
            <p:nvPr/>
          </p:nvSpPr>
          <p:spPr>
            <a:xfrm>
              <a:off x="3056867" y="2022943"/>
              <a:ext cx="115699" cy="114234"/>
            </a:xfrm>
            <a:custGeom>
              <a:avLst/>
              <a:gdLst/>
              <a:ahLst/>
              <a:cxnLst/>
              <a:rect l="l" t="t" r="r" b="b"/>
              <a:pathLst>
                <a:path w="1896" h="1872" extrusionOk="0">
                  <a:moveTo>
                    <a:pt x="959" y="0"/>
                  </a:moveTo>
                  <a:cubicBezTo>
                    <a:pt x="435" y="0"/>
                    <a:pt x="1" y="411"/>
                    <a:pt x="1" y="936"/>
                  </a:cubicBezTo>
                  <a:cubicBezTo>
                    <a:pt x="1" y="1461"/>
                    <a:pt x="435" y="1872"/>
                    <a:pt x="959" y="1872"/>
                  </a:cubicBezTo>
                  <a:cubicBezTo>
                    <a:pt x="1462" y="1872"/>
                    <a:pt x="1895" y="1461"/>
                    <a:pt x="1895" y="936"/>
                  </a:cubicBezTo>
                  <a:cubicBezTo>
                    <a:pt x="1895" y="411"/>
                    <a:pt x="1462" y="0"/>
                    <a:pt x="959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8"/>
            <p:cNvSpPr/>
            <p:nvPr/>
          </p:nvSpPr>
          <p:spPr>
            <a:xfrm rot="5400000">
              <a:off x="1497102" y="2204828"/>
              <a:ext cx="262477" cy="262870"/>
            </a:xfrm>
            <a:custGeom>
              <a:avLst/>
              <a:gdLst/>
              <a:ahLst/>
              <a:cxnLst/>
              <a:rect l="l" t="t" r="r" b="b"/>
              <a:pathLst>
                <a:path w="5799" h="5808" extrusionOk="0">
                  <a:moveTo>
                    <a:pt x="46" y="1"/>
                  </a:moveTo>
                  <a:cubicBezTo>
                    <a:pt x="0" y="1"/>
                    <a:pt x="0" y="2808"/>
                    <a:pt x="0" y="5798"/>
                  </a:cubicBezTo>
                  <a:cubicBezTo>
                    <a:pt x="0" y="5805"/>
                    <a:pt x="498" y="5808"/>
                    <a:pt x="1201" y="5808"/>
                  </a:cubicBezTo>
                  <a:cubicBezTo>
                    <a:pt x="2899" y="5808"/>
                    <a:pt x="5798" y="5792"/>
                    <a:pt x="5798" y="5776"/>
                  </a:cubicBezTo>
                  <a:cubicBezTo>
                    <a:pt x="5798" y="2580"/>
                    <a:pt x="3219" y="1"/>
                    <a:pt x="46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5" name="Google Shape;825;p38"/>
          <p:cNvSpPr/>
          <p:nvPr/>
        </p:nvSpPr>
        <p:spPr>
          <a:xfrm>
            <a:off x="6142823" y="447493"/>
            <a:ext cx="160131" cy="74943"/>
          </a:xfrm>
          <a:custGeom>
            <a:avLst/>
            <a:gdLst/>
            <a:ahLst/>
            <a:cxnLst/>
            <a:rect l="l" t="t" r="r" b="b"/>
            <a:pathLst>
              <a:path w="3220" h="1507" extrusionOk="0">
                <a:moveTo>
                  <a:pt x="777" y="0"/>
                </a:moveTo>
                <a:cubicBezTo>
                  <a:pt x="343" y="0"/>
                  <a:pt x="1" y="343"/>
                  <a:pt x="1" y="754"/>
                </a:cubicBezTo>
                <a:cubicBezTo>
                  <a:pt x="1" y="1187"/>
                  <a:pt x="343" y="1507"/>
                  <a:pt x="777" y="1507"/>
                </a:cubicBezTo>
                <a:lnTo>
                  <a:pt x="2466" y="1507"/>
                </a:lnTo>
                <a:cubicBezTo>
                  <a:pt x="2877" y="1507"/>
                  <a:pt x="3219" y="1187"/>
                  <a:pt x="3219" y="754"/>
                </a:cubicBezTo>
                <a:cubicBezTo>
                  <a:pt x="3219" y="343"/>
                  <a:pt x="2877" y="0"/>
                  <a:pt x="246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38"/>
          <p:cNvSpPr/>
          <p:nvPr/>
        </p:nvSpPr>
        <p:spPr>
          <a:xfrm>
            <a:off x="6139442" y="442967"/>
            <a:ext cx="168038" cy="84044"/>
          </a:xfrm>
          <a:custGeom>
            <a:avLst/>
            <a:gdLst/>
            <a:ahLst/>
            <a:cxnLst/>
            <a:rect l="l" t="t" r="r" b="b"/>
            <a:pathLst>
              <a:path w="3379" h="1690" extrusionOk="0">
                <a:moveTo>
                  <a:pt x="2534" y="160"/>
                </a:moveTo>
                <a:cubicBezTo>
                  <a:pt x="2899" y="160"/>
                  <a:pt x="3219" y="457"/>
                  <a:pt x="3219" y="845"/>
                </a:cubicBezTo>
                <a:cubicBezTo>
                  <a:pt x="3219" y="1233"/>
                  <a:pt x="2899" y="1529"/>
                  <a:pt x="2534" y="1529"/>
                </a:cubicBezTo>
                <a:lnTo>
                  <a:pt x="845" y="1529"/>
                </a:lnTo>
                <a:cubicBezTo>
                  <a:pt x="457" y="1529"/>
                  <a:pt x="160" y="1233"/>
                  <a:pt x="160" y="845"/>
                </a:cubicBezTo>
                <a:cubicBezTo>
                  <a:pt x="160" y="457"/>
                  <a:pt x="457" y="160"/>
                  <a:pt x="845" y="160"/>
                </a:cubicBezTo>
                <a:close/>
                <a:moveTo>
                  <a:pt x="845" y="0"/>
                </a:moveTo>
                <a:cubicBezTo>
                  <a:pt x="366" y="0"/>
                  <a:pt x="0" y="388"/>
                  <a:pt x="0" y="845"/>
                </a:cubicBezTo>
                <a:cubicBezTo>
                  <a:pt x="0" y="1301"/>
                  <a:pt x="366" y="1689"/>
                  <a:pt x="845" y="1689"/>
                </a:cubicBezTo>
                <a:lnTo>
                  <a:pt x="2534" y="1689"/>
                </a:lnTo>
                <a:cubicBezTo>
                  <a:pt x="2991" y="1689"/>
                  <a:pt x="3379" y="1301"/>
                  <a:pt x="3379" y="845"/>
                </a:cubicBezTo>
                <a:cubicBezTo>
                  <a:pt x="3379" y="388"/>
                  <a:pt x="2991" y="0"/>
                  <a:pt x="253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38"/>
          <p:cNvSpPr/>
          <p:nvPr/>
        </p:nvSpPr>
        <p:spPr>
          <a:xfrm>
            <a:off x="6143967" y="629107"/>
            <a:ext cx="157843" cy="157843"/>
          </a:xfrm>
          <a:custGeom>
            <a:avLst/>
            <a:gdLst/>
            <a:ahLst/>
            <a:cxnLst/>
            <a:rect l="l" t="t" r="r" b="b"/>
            <a:pathLst>
              <a:path w="3174" h="3174" extrusionOk="0">
                <a:moveTo>
                  <a:pt x="1598" y="1"/>
                </a:moveTo>
                <a:cubicBezTo>
                  <a:pt x="708" y="1"/>
                  <a:pt x="1" y="708"/>
                  <a:pt x="1" y="1598"/>
                </a:cubicBezTo>
                <a:cubicBezTo>
                  <a:pt x="1" y="2466"/>
                  <a:pt x="708" y="3173"/>
                  <a:pt x="1598" y="3173"/>
                </a:cubicBezTo>
                <a:cubicBezTo>
                  <a:pt x="2466" y="3173"/>
                  <a:pt x="3173" y="2466"/>
                  <a:pt x="3173" y="1598"/>
                </a:cubicBezTo>
                <a:cubicBezTo>
                  <a:pt x="3173" y="708"/>
                  <a:pt x="2466" y="1"/>
                  <a:pt x="159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38"/>
          <p:cNvSpPr/>
          <p:nvPr/>
        </p:nvSpPr>
        <p:spPr>
          <a:xfrm>
            <a:off x="6140585" y="625725"/>
            <a:ext cx="165750" cy="165750"/>
          </a:xfrm>
          <a:custGeom>
            <a:avLst/>
            <a:gdLst/>
            <a:ahLst/>
            <a:cxnLst/>
            <a:rect l="l" t="t" r="r" b="b"/>
            <a:pathLst>
              <a:path w="3333" h="3333" extrusionOk="0">
                <a:moveTo>
                  <a:pt x="1666" y="137"/>
                </a:moveTo>
                <a:cubicBezTo>
                  <a:pt x="2488" y="137"/>
                  <a:pt x="3173" y="822"/>
                  <a:pt x="3173" y="1666"/>
                </a:cubicBezTo>
                <a:cubicBezTo>
                  <a:pt x="3173" y="2488"/>
                  <a:pt x="2488" y="3173"/>
                  <a:pt x="1666" y="3173"/>
                </a:cubicBezTo>
                <a:cubicBezTo>
                  <a:pt x="822" y="3173"/>
                  <a:pt x="160" y="2488"/>
                  <a:pt x="160" y="1666"/>
                </a:cubicBezTo>
                <a:cubicBezTo>
                  <a:pt x="160" y="822"/>
                  <a:pt x="822" y="137"/>
                  <a:pt x="1666" y="137"/>
                </a:cubicBezTo>
                <a:close/>
                <a:moveTo>
                  <a:pt x="1666" y="0"/>
                </a:moveTo>
                <a:cubicBezTo>
                  <a:pt x="753" y="0"/>
                  <a:pt x="0" y="730"/>
                  <a:pt x="0" y="1666"/>
                </a:cubicBezTo>
                <a:cubicBezTo>
                  <a:pt x="0" y="2579"/>
                  <a:pt x="753" y="3333"/>
                  <a:pt x="1666" y="3333"/>
                </a:cubicBezTo>
                <a:cubicBezTo>
                  <a:pt x="2580" y="3333"/>
                  <a:pt x="3333" y="2579"/>
                  <a:pt x="3333" y="1666"/>
                </a:cubicBezTo>
                <a:cubicBezTo>
                  <a:pt x="3333" y="730"/>
                  <a:pt x="2580" y="0"/>
                  <a:pt x="166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38"/>
          <p:cNvSpPr/>
          <p:nvPr/>
        </p:nvSpPr>
        <p:spPr>
          <a:xfrm>
            <a:off x="6218909" y="-106450"/>
            <a:ext cx="50" cy="553992"/>
          </a:xfrm>
          <a:custGeom>
            <a:avLst/>
            <a:gdLst/>
            <a:ahLst/>
            <a:cxnLst/>
            <a:rect l="l" t="t" r="r" b="b"/>
            <a:pathLst>
              <a:path w="1" h="11140" extrusionOk="0">
                <a:moveTo>
                  <a:pt x="0" y="11139"/>
                </a:moveTo>
                <a:lnTo>
                  <a:pt x="0" y="1"/>
                </a:lnTo>
              </a:path>
            </a:pathLst>
          </a:custGeom>
          <a:solidFill>
            <a:srgbClr val="F6EE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38"/>
          <p:cNvSpPr/>
          <p:nvPr/>
        </p:nvSpPr>
        <p:spPr>
          <a:xfrm>
            <a:off x="6214334" y="-106450"/>
            <a:ext cx="8007" cy="553992"/>
          </a:xfrm>
          <a:custGeom>
            <a:avLst/>
            <a:gdLst/>
            <a:ahLst/>
            <a:cxnLst/>
            <a:rect l="l" t="t" r="r" b="b"/>
            <a:pathLst>
              <a:path w="161" h="11140" extrusionOk="0">
                <a:moveTo>
                  <a:pt x="1" y="1"/>
                </a:moveTo>
                <a:lnTo>
                  <a:pt x="1" y="11139"/>
                </a:lnTo>
                <a:lnTo>
                  <a:pt x="161" y="11139"/>
                </a:lnTo>
                <a:lnTo>
                  <a:pt x="16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38"/>
          <p:cNvSpPr/>
          <p:nvPr/>
        </p:nvSpPr>
        <p:spPr>
          <a:xfrm>
            <a:off x="5986225" y="476982"/>
            <a:ext cx="474474" cy="239002"/>
          </a:xfrm>
          <a:custGeom>
            <a:avLst/>
            <a:gdLst/>
            <a:ahLst/>
            <a:cxnLst/>
            <a:rect l="l" t="t" r="r" b="b"/>
            <a:pathLst>
              <a:path w="9541" h="4806" extrusionOk="0">
                <a:moveTo>
                  <a:pt x="4770" y="1"/>
                </a:moveTo>
                <a:cubicBezTo>
                  <a:pt x="2123" y="1"/>
                  <a:pt x="0" y="2147"/>
                  <a:pt x="0" y="4771"/>
                </a:cubicBezTo>
                <a:cubicBezTo>
                  <a:pt x="0" y="4794"/>
                  <a:pt x="2385" y="4806"/>
                  <a:pt x="4770" y="4806"/>
                </a:cubicBezTo>
                <a:cubicBezTo>
                  <a:pt x="7156" y="4806"/>
                  <a:pt x="9541" y="4794"/>
                  <a:pt x="9541" y="4771"/>
                </a:cubicBezTo>
                <a:cubicBezTo>
                  <a:pt x="9541" y="2147"/>
                  <a:pt x="7395" y="1"/>
                  <a:pt x="477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38"/>
          <p:cNvSpPr/>
          <p:nvPr/>
        </p:nvSpPr>
        <p:spPr>
          <a:xfrm>
            <a:off x="5981650" y="473601"/>
            <a:ext cx="482480" cy="246362"/>
          </a:xfrm>
          <a:custGeom>
            <a:avLst/>
            <a:gdLst/>
            <a:ahLst/>
            <a:cxnLst/>
            <a:rect l="l" t="t" r="r" b="b"/>
            <a:pathLst>
              <a:path w="9702" h="4954" extrusionOk="0">
                <a:moveTo>
                  <a:pt x="4862" y="137"/>
                </a:moveTo>
                <a:cubicBezTo>
                  <a:pt x="7419" y="137"/>
                  <a:pt x="9519" y="2215"/>
                  <a:pt x="9542" y="4771"/>
                </a:cubicBezTo>
                <a:cubicBezTo>
                  <a:pt x="9142" y="4782"/>
                  <a:pt x="6997" y="4788"/>
                  <a:pt x="4851" y="4788"/>
                </a:cubicBezTo>
                <a:cubicBezTo>
                  <a:pt x="2706" y="4788"/>
                  <a:pt x="560" y="4782"/>
                  <a:pt x="160" y="4771"/>
                </a:cubicBezTo>
                <a:cubicBezTo>
                  <a:pt x="206" y="2215"/>
                  <a:pt x="2283" y="137"/>
                  <a:pt x="4862" y="137"/>
                </a:cubicBezTo>
                <a:close/>
                <a:moveTo>
                  <a:pt x="4862" y="0"/>
                </a:moveTo>
                <a:cubicBezTo>
                  <a:pt x="2192" y="0"/>
                  <a:pt x="1" y="2169"/>
                  <a:pt x="1" y="4839"/>
                </a:cubicBezTo>
                <a:cubicBezTo>
                  <a:pt x="1" y="4931"/>
                  <a:pt x="1" y="4931"/>
                  <a:pt x="1553" y="4931"/>
                </a:cubicBezTo>
                <a:cubicBezTo>
                  <a:pt x="2443" y="4954"/>
                  <a:pt x="3607" y="4954"/>
                  <a:pt x="4794" y="4954"/>
                </a:cubicBezTo>
                <a:cubicBezTo>
                  <a:pt x="6004" y="4954"/>
                  <a:pt x="7214" y="4954"/>
                  <a:pt x="8104" y="4931"/>
                </a:cubicBezTo>
                <a:cubicBezTo>
                  <a:pt x="9701" y="4931"/>
                  <a:pt x="9701" y="4931"/>
                  <a:pt x="9701" y="4839"/>
                </a:cubicBezTo>
                <a:cubicBezTo>
                  <a:pt x="9701" y="2169"/>
                  <a:pt x="7533" y="0"/>
                  <a:pt x="48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38"/>
          <p:cNvSpPr/>
          <p:nvPr/>
        </p:nvSpPr>
        <p:spPr>
          <a:xfrm>
            <a:off x="7124665" y="597063"/>
            <a:ext cx="203367" cy="95178"/>
          </a:xfrm>
          <a:custGeom>
            <a:avLst/>
            <a:gdLst/>
            <a:ahLst/>
            <a:cxnLst/>
            <a:rect l="l" t="t" r="r" b="b"/>
            <a:pathLst>
              <a:path w="3220" h="1507" extrusionOk="0">
                <a:moveTo>
                  <a:pt x="777" y="0"/>
                </a:moveTo>
                <a:cubicBezTo>
                  <a:pt x="343" y="0"/>
                  <a:pt x="1" y="343"/>
                  <a:pt x="1" y="754"/>
                </a:cubicBezTo>
                <a:cubicBezTo>
                  <a:pt x="1" y="1187"/>
                  <a:pt x="343" y="1507"/>
                  <a:pt x="777" y="1507"/>
                </a:cubicBezTo>
                <a:lnTo>
                  <a:pt x="2466" y="1507"/>
                </a:lnTo>
                <a:cubicBezTo>
                  <a:pt x="2877" y="1507"/>
                  <a:pt x="3219" y="1187"/>
                  <a:pt x="3219" y="754"/>
                </a:cubicBezTo>
                <a:cubicBezTo>
                  <a:pt x="3219" y="343"/>
                  <a:pt x="2877" y="0"/>
                  <a:pt x="246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38"/>
          <p:cNvSpPr/>
          <p:nvPr/>
        </p:nvSpPr>
        <p:spPr>
          <a:xfrm>
            <a:off x="7120370" y="591316"/>
            <a:ext cx="213409" cy="106736"/>
          </a:xfrm>
          <a:custGeom>
            <a:avLst/>
            <a:gdLst/>
            <a:ahLst/>
            <a:cxnLst/>
            <a:rect l="l" t="t" r="r" b="b"/>
            <a:pathLst>
              <a:path w="3379" h="1690" extrusionOk="0">
                <a:moveTo>
                  <a:pt x="2534" y="160"/>
                </a:moveTo>
                <a:cubicBezTo>
                  <a:pt x="2899" y="160"/>
                  <a:pt x="3219" y="457"/>
                  <a:pt x="3219" y="845"/>
                </a:cubicBezTo>
                <a:cubicBezTo>
                  <a:pt x="3219" y="1233"/>
                  <a:pt x="2899" y="1529"/>
                  <a:pt x="2534" y="1529"/>
                </a:cubicBezTo>
                <a:lnTo>
                  <a:pt x="845" y="1529"/>
                </a:lnTo>
                <a:cubicBezTo>
                  <a:pt x="457" y="1529"/>
                  <a:pt x="160" y="1233"/>
                  <a:pt x="160" y="845"/>
                </a:cubicBezTo>
                <a:cubicBezTo>
                  <a:pt x="160" y="457"/>
                  <a:pt x="457" y="160"/>
                  <a:pt x="845" y="160"/>
                </a:cubicBezTo>
                <a:close/>
                <a:moveTo>
                  <a:pt x="845" y="0"/>
                </a:moveTo>
                <a:cubicBezTo>
                  <a:pt x="366" y="0"/>
                  <a:pt x="0" y="388"/>
                  <a:pt x="0" y="845"/>
                </a:cubicBezTo>
                <a:cubicBezTo>
                  <a:pt x="0" y="1301"/>
                  <a:pt x="366" y="1689"/>
                  <a:pt x="845" y="1689"/>
                </a:cubicBezTo>
                <a:lnTo>
                  <a:pt x="2534" y="1689"/>
                </a:lnTo>
                <a:cubicBezTo>
                  <a:pt x="2991" y="1689"/>
                  <a:pt x="3379" y="1301"/>
                  <a:pt x="3379" y="845"/>
                </a:cubicBezTo>
                <a:cubicBezTo>
                  <a:pt x="3379" y="388"/>
                  <a:pt x="2991" y="0"/>
                  <a:pt x="253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38"/>
          <p:cNvSpPr/>
          <p:nvPr/>
        </p:nvSpPr>
        <p:spPr>
          <a:xfrm>
            <a:off x="7126117" y="827715"/>
            <a:ext cx="200462" cy="200462"/>
          </a:xfrm>
          <a:custGeom>
            <a:avLst/>
            <a:gdLst/>
            <a:ahLst/>
            <a:cxnLst/>
            <a:rect l="l" t="t" r="r" b="b"/>
            <a:pathLst>
              <a:path w="3174" h="3174" extrusionOk="0">
                <a:moveTo>
                  <a:pt x="1598" y="1"/>
                </a:moveTo>
                <a:cubicBezTo>
                  <a:pt x="708" y="1"/>
                  <a:pt x="1" y="708"/>
                  <a:pt x="1" y="1598"/>
                </a:cubicBezTo>
                <a:cubicBezTo>
                  <a:pt x="1" y="2466"/>
                  <a:pt x="708" y="3173"/>
                  <a:pt x="1598" y="3173"/>
                </a:cubicBezTo>
                <a:cubicBezTo>
                  <a:pt x="2466" y="3173"/>
                  <a:pt x="3173" y="2466"/>
                  <a:pt x="3173" y="1598"/>
                </a:cubicBezTo>
                <a:cubicBezTo>
                  <a:pt x="3173" y="708"/>
                  <a:pt x="2466" y="1"/>
                  <a:pt x="159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38"/>
          <p:cNvSpPr/>
          <p:nvPr/>
        </p:nvSpPr>
        <p:spPr>
          <a:xfrm>
            <a:off x="7121823" y="823420"/>
            <a:ext cx="210504" cy="210504"/>
          </a:xfrm>
          <a:custGeom>
            <a:avLst/>
            <a:gdLst/>
            <a:ahLst/>
            <a:cxnLst/>
            <a:rect l="l" t="t" r="r" b="b"/>
            <a:pathLst>
              <a:path w="3333" h="3333" extrusionOk="0">
                <a:moveTo>
                  <a:pt x="1666" y="137"/>
                </a:moveTo>
                <a:cubicBezTo>
                  <a:pt x="2488" y="137"/>
                  <a:pt x="3173" y="822"/>
                  <a:pt x="3173" y="1666"/>
                </a:cubicBezTo>
                <a:cubicBezTo>
                  <a:pt x="3173" y="2488"/>
                  <a:pt x="2488" y="3173"/>
                  <a:pt x="1666" y="3173"/>
                </a:cubicBezTo>
                <a:cubicBezTo>
                  <a:pt x="822" y="3173"/>
                  <a:pt x="160" y="2488"/>
                  <a:pt x="160" y="1666"/>
                </a:cubicBezTo>
                <a:cubicBezTo>
                  <a:pt x="160" y="822"/>
                  <a:pt x="822" y="137"/>
                  <a:pt x="1666" y="137"/>
                </a:cubicBezTo>
                <a:close/>
                <a:moveTo>
                  <a:pt x="1666" y="0"/>
                </a:moveTo>
                <a:cubicBezTo>
                  <a:pt x="753" y="0"/>
                  <a:pt x="0" y="730"/>
                  <a:pt x="0" y="1666"/>
                </a:cubicBezTo>
                <a:cubicBezTo>
                  <a:pt x="0" y="2579"/>
                  <a:pt x="753" y="3333"/>
                  <a:pt x="1666" y="3333"/>
                </a:cubicBezTo>
                <a:cubicBezTo>
                  <a:pt x="2580" y="3333"/>
                  <a:pt x="3333" y="2579"/>
                  <a:pt x="3333" y="1666"/>
                </a:cubicBezTo>
                <a:cubicBezTo>
                  <a:pt x="3333" y="730"/>
                  <a:pt x="2580" y="0"/>
                  <a:pt x="166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38"/>
          <p:cNvSpPr/>
          <p:nvPr/>
        </p:nvSpPr>
        <p:spPr>
          <a:xfrm>
            <a:off x="7221294" y="-106450"/>
            <a:ext cx="63" cy="703575"/>
          </a:xfrm>
          <a:custGeom>
            <a:avLst/>
            <a:gdLst/>
            <a:ahLst/>
            <a:cxnLst/>
            <a:rect l="l" t="t" r="r" b="b"/>
            <a:pathLst>
              <a:path w="1" h="11140" extrusionOk="0">
                <a:moveTo>
                  <a:pt x="0" y="11139"/>
                </a:moveTo>
                <a:lnTo>
                  <a:pt x="0" y="1"/>
                </a:lnTo>
              </a:path>
            </a:pathLst>
          </a:custGeom>
          <a:solidFill>
            <a:srgbClr val="F6EE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38"/>
          <p:cNvSpPr/>
          <p:nvPr/>
        </p:nvSpPr>
        <p:spPr>
          <a:xfrm>
            <a:off x="7215484" y="-106450"/>
            <a:ext cx="10168" cy="703575"/>
          </a:xfrm>
          <a:custGeom>
            <a:avLst/>
            <a:gdLst/>
            <a:ahLst/>
            <a:cxnLst/>
            <a:rect l="l" t="t" r="r" b="b"/>
            <a:pathLst>
              <a:path w="161" h="11140" extrusionOk="0">
                <a:moveTo>
                  <a:pt x="1" y="1"/>
                </a:moveTo>
                <a:lnTo>
                  <a:pt x="1" y="11139"/>
                </a:lnTo>
                <a:lnTo>
                  <a:pt x="161" y="11139"/>
                </a:lnTo>
                <a:lnTo>
                  <a:pt x="16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38"/>
          <p:cNvSpPr/>
          <p:nvPr/>
        </p:nvSpPr>
        <p:spPr>
          <a:xfrm>
            <a:off x="6925785" y="634516"/>
            <a:ext cx="602586" cy="303535"/>
          </a:xfrm>
          <a:custGeom>
            <a:avLst/>
            <a:gdLst/>
            <a:ahLst/>
            <a:cxnLst/>
            <a:rect l="l" t="t" r="r" b="b"/>
            <a:pathLst>
              <a:path w="9541" h="4806" extrusionOk="0">
                <a:moveTo>
                  <a:pt x="4770" y="1"/>
                </a:moveTo>
                <a:cubicBezTo>
                  <a:pt x="2123" y="1"/>
                  <a:pt x="0" y="2147"/>
                  <a:pt x="0" y="4771"/>
                </a:cubicBezTo>
                <a:cubicBezTo>
                  <a:pt x="0" y="4794"/>
                  <a:pt x="2385" y="4806"/>
                  <a:pt x="4770" y="4806"/>
                </a:cubicBezTo>
                <a:cubicBezTo>
                  <a:pt x="7156" y="4806"/>
                  <a:pt x="9541" y="4794"/>
                  <a:pt x="9541" y="4771"/>
                </a:cubicBezTo>
                <a:cubicBezTo>
                  <a:pt x="9541" y="2147"/>
                  <a:pt x="7395" y="1"/>
                  <a:pt x="477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38"/>
          <p:cNvSpPr/>
          <p:nvPr/>
        </p:nvSpPr>
        <p:spPr>
          <a:xfrm>
            <a:off x="6919975" y="630221"/>
            <a:ext cx="612754" cy="312882"/>
          </a:xfrm>
          <a:custGeom>
            <a:avLst/>
            <a:gdLst/>
            <a:ahLst/>
            <a:cxnLst/>
            <a:rect l="l" t="t" r="r" b="b"/>
            <a:pathLst>
              <a:path w="9702" h="4954" extrusionOk="0">
                <a:moveTo>
                  <a:pt x="4862" y="137"/>
                </a:moveTo>
                <a:cubicBezTo>
                  <a:pt x="7419" y="137"/>
                  <a:pt x="9519" y="2215"/>
                  <a:pt x="9542" y="4771"/>
                </a:cubicBezTo>
                <a:cubicBezTo>
                  <a:pt x="9142" y="4782"/>
                  <a:pt x="6997" y="4788"/>
                  <a:pt x="4851" y="4788"/>
                </a:cubicBezTo>
                <a:cubicBezTo>
                  <a:pt x="2706" y="4788"/>
                  <a:pt x="560" y="4782"/>
                  <a:pt x="160" y="4771"/>
                </a:cubicBezTo>
                <a:cubicBezTo>
                  <a:pt x="206" y="2215"/>
                  <a:pt x="2283" y="137"/>
                  <a:pt x="4862" y="137"/>
                </a:cubicBezTo>
                <a:close/>
                <a:moveTo>
                  <a:pt x="4862" y="0"/>
                </a:moveTo>
                <a:cubicBezTo>
                  <a:pt x="2192" y="0"/>
                  <a:pt x="1" y="2169"/>
                  <a:pt x="1" y="4839"/>
                </a:cubicBezTo>
                <a:cubicBezTo>
                  <a:pt x="1" y="4931"/>
                  <a:pt x="1" y="4931"/>
                  <a:pt x="1553" y="4931"/>
                </a:cubicBezTo>
                <a:cubicBezTo>
                  <a:pt x="2443" y="4954"/>
                  <a:pt x="3607" y="4954"/>
                  <a:pt x="4794" y="4954"/>
                </a:cubicBezTo>
                <a:cubicBezTo>
                  <a:pt x="6004" y="4954"/>
                  <a:pt x="7214" y="4954"/>
                  <a:pt x="8104" y="4931"/>
                </a:cubicBezTo>
                <a:cubicBezTo>
                  <a:pt x="9701" y="4931"/>
                  <a:pt x="9701" y="4931"/>
                  <a:pt x="9701" y="4839"/>
                </a:cubicBezTo>
                <a:cubicBezTo>
                  <a:pt x="9701" y="2169"/>
                  <a:pt x="7533" y="0"/>
                  <a:pt x="48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38"/>
          <p:cNvSpPr/>
          <p:nvPr/>
        </p:nvSpPr>
        <p:spPr>
          <a:xfrm rot="-5400000" flipH="1">
            <a:off x="933819" y="4369684"/>
            <a:ext cx="251003" cy="252401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43"/>
          <p:cNvSpPr/>
          <p:nvPr/>
        </p:nvSpPr>
        <p:spPr>
          <a:xfrm>
            <a:off x="5673248" y="1485700"/>
            <a:ext cx="2759400" cy="3118500"/>
          </a:xfrm>
          <a:prstGeom prst="roundRect">
            <a:avLst>
              <a:gd name="adj" fmla="val 5851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8" name="Google Shape;1008;p43"/>
          <p:cNvSpPr/>
          <p:nvPr/>
        </p:nvSpPr>
        <p:spPr>
          <a:xfrm>
            <a:off x="720000" y="1485700"/>
            <a:ext cx="2759400" cy="3118500"/>
          </a:xfrm>
          <a:prstGeom prst="roundRect">
            <a:avLst>
              <a:gd name="adj" fmla="val 5851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9" name="Google Shape;1009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Проблема и решение</a:t>
            </a:r>
            <a:endParaRPr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10" name="Google Shape;1010;p43"/>
          <p:cNvSpPr txBox="1">
            <a:spLocks noGrp="1"/>
          </p:cNvSpPr>
          <p:nvPr>
            <p:ph type="title" idx="2"/>
          </p:nvPr>
        </p:nvSpPr>
        <p:spPr>
          <a:xfrm>
            <a:off x="950848" y="2095300"/>
            <a:ext cx="2297700" cy="558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Проблема</a:t>
            </a:r>
            <a:endParaRPr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11" name="Google Shape;1011;p43"/>
          <p:cNvSpPr txBox="1">
            <a:spLocks noGrp="1"/>
          </p:cNvSpPr>
          <p:nvPr>
            <p:ph type="title" idx="3"/>
          </p:nvPr>
        </p:nvSpPr>
        <p:spPr>
          <a:xfrm>
            <a:off x="5979250" y="2095300"/>
            <a:ext cx="2147400" cy="558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Решение</a:t>
            </a:r>
            <a:endParaRPr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12" name="Google Shape;1012;p43"/>
          <p:cNvSpPr txBox="1">
            <a:spLocks noGrp="1"/>
          </p:cNvSpPr>
          <p:nvPr>
            <p:ph type="subTitle" idx="1"/>
          </p:nvPr>
        </p:nvSpPr>
        <p:spPr>
          <a:xfrm>
            <a:off x="5965134" y="2459897"/>
            <a:ext cx="2147400" cy="177654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1)Все компактно и в одном месте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2)Интерактивное изучение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3)Разные режимы возможности</a:t>
            </a:r>
          </a:p>
        </p:txBody>
      </p:sp>
      <p:sp>
        <p:nvSpPr>
          <p:cNvPr id="1013" name="Google Shape;1013;p43"/>
          <p:cNvSpPr txBox="1">
            <a:spLocks noGrp="1"/>
          </p:cNvSpPr>
          <p:nvPr>
            <p:ph type="subTitle" idx="4"/>
          </p:nvPr>
        </p:nvSpPr>
        <p:spPr>
          <a:xfrm>
            <a:off x="950848" y="2504243"/>
            <a:ext cx="2297700" cy="1718882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ru-RU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1)Носить тяжелые учебники неудобно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ru-RU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2)Зубрение неэффективно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ru-RU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3)Скучность материала</a:t>
            </a:r>
          </a:p>
        </p:txBody>
      </p:sp>
      <p:grpSp>
        <p:nvGrpSpPr>
          <p:cNvPr id="1014" name="Google Shape;1014;p43"/>
          <p:cNvGrpSpPr/>
          <p:nvPr/>
        </p:nvGrpSpPr>
        <p:grpSpPr>
          <a:xfrm>
            <a:off x="3314372" y="1928727"/>
            <a:ext cx="2515771" cy="2232433"/>
            <a:chOff x="3314372" y="1840240"/>
            <a:chExt cx="2515771" cy="2232433"/>
          </a:xfrm>
        </p:grpSpPr>
        <p:sp>
          <p:nvSpPr>
            <p:cNvPr id="1015" name="Google Shape;1015;p43"/>
            <p:cNvSpPr/>
            <p:nvPr/>
          </p:nvSpPr>
          <p:spPr>
            <a:xfrm>
              <a:off x="3653829" y="2972035"/>
              <a:ext cx="90516" cy="51524"/>
            </a:xfrm>
            <a:custGeom>
              <a:avLst/>
              <a:gdLst/>
              <a:ahLst/>
              <a:cxnLst/>
              <a:rect l="l" t="t" r="r" b="b"/>
              <a:pathLst>
                <a:path w="6342" h="3610" extrusionOk="0">
                  <a:moveTo>
                    <a:pt x="1" y="0"/>
                  </a:moveTo>
                  <a:lnTo>
                    <a:pt x="1" y="3609"/>
                  </a:lnTo>
                  <a:lnTo>
                    <a:pt x="6341" y="3609"/>
                  </a:lnTo>
                  <a:lnTo>
                    <a:pt x="6341" y="0"/>
                  </a:lnTo>
                  <a:close/>
                </a:path>
              </a:pathLst>
            </a:custGeom>
            <a:solidFill>
              <a:srgbClr val="B8D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3"/>
            <p:cNvSpPr/>
            <p:nvPr/>
          </p:nvSpPr>
          <p:spPr>
            <a:xfrm>
              <a:off x="3653829" y="3043212"/>
              <a:ext cx="90516" cy="51167"/>
            </a:xfrm>
            <a:custGeom>
              <a:avLst/>
              <a:gdLst/>
              <a:ahLst/>
              <a:cxnLst/>
              <a:rect l="l" t="t" r="r" b="b"/>
              <a:pathLst>
                <a:path w="6342" h="3585" extrusionOk="0">
                  <a:moveTo>
                    <a:pt x="1" y="1"/>
                  </a:moveTo>
                  <a:lnTo>
                    <a:pt x="1" y="3585"/>
                  </a:lnTo>
                  <a:lnTo>
                    <a:pt x="6341" y="3585"/>
                  </a:lnTo>
                  <a:lnTo>
                    <a:pt x="6341" y="1"/>
                  </a:lnTo>
                  <a:close/>
                </a:path>
              </a:pathLst>
            </a:custGeom>
            <a:solidFill>
              <a:srgbClr val="B8D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3"/>
            <p:cNvSpPr/>
            <p:nvPr/>
          </p:nvSpPr>
          <p:spPr>
            <a:xfrm>
              <a:off x="3887056" y="2990989"/>
              <a:ext cx="1370388" cy="568417"/>
            </a:xfrm>
            <a:custGeom>
              <a:avLst/>
              <a:gdLst/>
              <a:ahLst/>
              <a:cxnLst/>
              <a:rect l="l" t="t" r="r" b="b"/>
              <a:pathLst>
                <a:path w="96016" h="39826" extrusionOk="0">
                  <a:moveTo>
                    <a:pt x="48021" y="0"/>
                  </a:moveTo>
                  <a:lnTo>
                    <a:pt x="0" y="9650"/>
                  </a:lnTo>
                  <a:lnTo>
                    <a:pt x="48021" y="39825"/>
                  </a:lnTo>
                  <a:lnTo>
                    <a:pt x="96016" y="9650"/>
                  </a:lnTo>
                  <a:lnTo>
                    <a:pt x="4802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3"/>
            <p:cNvSpPr/>
            <p:nvPr/>
          </p:nvSpPr>
          <p:spPr>
            <a:xfrm>
              <a:off x="4098817" y="2267701"/>
              <a:ext cx="946866" cy="1051341"/>
            </a:xfrm>
            <a:custGeom>
              <a:avLst/>
              <a:gdLst/>
              <a:ahLst/>
              <a:cxnLst/>
              <a:rect l="l" t="t" r="r" b="b"/>
              <a:pathLst>
                <a:path w="66342" h="73662" extrusionOk="0">
                  <a:moveTo>
                    <a:pt x="26016" y="1"/>
                  </a:moveTo>
                  <a:lnTo>
                    <a:pt x="2031" y="7219"/>
                  </a:lnTo>
                  <a:lnTo>
                    <a:pt x="11279" y="48171"/>
                  </a:lnTo>
                  <a:lnTo>
                    <a:pt x="9549" y="51705"/>
                  </a:lnTo>
                  <a:lnTo>
                    <a:pt x="1" y="56943"/>
                  </a:lnTo>
                  <a:lnTo>
                    <a:pt x="22256" y="72833"/>
                  </a:lnTo>
                  <a:cubicBezTo>
                    <a:pt x="23201" y="73399"/>
                    <a:pt x="24224" y="73661"/>
                    <a:pt x="25226" y="73661"/>
                  </a:cubicBezTo>
                  <a:cubicBezTo>
                    <a:pt x="27733" y="73661"/>
                    <a:pt x="30112" y="72017"/>
                    <a:pt x="30828" y="69349"/>
                  </a:cubicBezTo>
                  <a:lnTo>
                    <a:pt x="33184" y="60753"/>
                  </a:lnTo>
                  <a:lnTo>
                    <a:pt x="35514" y="69349"/>
                  </a:lnTo>
                  <a:cubicBezTo>
                    <a:pt x="36231" y="72017"/>
                    <a:pt x="38622" y="73661"/>
                    <a:pt x="41127" y="73661"/>
                  </a:cubicBezTo>
                  <a:cubicBezTo>
                    <a:pt x="42128" y="73661"/>
                    <a:pt x="43148" y="73399"/>
                    <a:pt x="44086" y="72833"/>
                  </a:cubicBezTo>
                  <a:lnTo>
                    <a:pt x="66342" y="56943"/>
                  </a:lnTo>
                  <a:lnTo>
                    <a:pt x="56793" y="51705"/>
                  </a:lnTo>
                  <a:lnTo>
                    <a:pt x="55063" y="48171"/>
                  </a:lnTo>
                  <a:lnTo>
                    <a:pt x="64311" y="7219"/>
                  </a:lnTo>
                  <a:lnTo>
                    <a:pt x="40352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3"/>
            <p:cNvSpPr/>
            <p:nvPr/>
          </p:nvSpPr>
          <p:spPr>
            <a:xfrm>
              <a:off x="4470116" y="2281289"/>
              <a:ext cx="204268" cy="494014"/>
            </a:xfrm>
            <a:custGeom>
              <a:avLst/>
              <a:gdLst/>
              <a:ahLst/>
              <a:cxnLst/>
              <a:rect l="l" t="t" r="r" b="b"/>
              <a:pathLst>
                <a:path w="14312" h="34613" extrusionOk="0">
                  <a:moveTo>
                    <a:pt x="1" y="1"/>
                  </a:moveTo>
                  <a:lnTo>
                    <a:pt x="7169" y="34613"/>
                  </a:lnTo>
                  <a:lnTo>
                    <a:pt x="143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3"/>
            <p:cNvSpPr/>
            <p:nvPr/>
          </p:nvSpPr>
          <p:spPr>
            <a:xfrm>
              <a:off x="4313447" y="2281289"/>
              <a:ext cx="517963" cy="578793"/>
            </a:xfrm>
            <a:custGeom>
              <a:avLst/>
              <a:gdLst/>
              <a:ahLst/>
              <a:cxnLst/>
              <a:rect l="l" t="t" r="r" b="b"/>
              <a:pathLst>
                <a:path w="36291" h="40553" extrusionOk="0">
                  <a:moveTo>
                    <a:pt x="10978" y="1"/>
                  </a:moveTo>
                  <a:cubicBezTo>
                    <a:pt x="4461" y="3585"/>
                    <a:pt x="0" y="11580"/>
                    <a:pt x="0" y="11580"/>
                  </a:cubicBezTo>
                  <a:lnTo>
                    <a:pt x="6441" y="15339"/>
                  </a:lnTo>
                  <a:lnTo>
                    <a:pt x="0" y="15214"/>
                  </a:lnTo>
                  <a:lnTo>
                    <a:pt x="0" y="15214"/>
                  </a:lnTo>
                  <a:cubicBezTo>
                    <a:pt x="0" y="15214"/>
                    <a:pt x="5740" y="28247"/>
                    <a:pt x="19674" y="40553"/>
                  </a:cubicBezTo>
                  <a:cubicBezTo>
                    <a:pt x="23208" y="36568"/>
                    <a:pt x="31930" y="26041"/>
                    <a:pt x="36291" y="15214"/>
                  </a:cubicBezTo>
                  <a:lnTo>
                    <a:pt x="36291" y="15214"/>
                  </a:lnTo>
                  <a:lnTo>
                    <a:pt x="29825" y="15339"/>
                  </a:lnTo>
                  <a:lnTo>
                    <a:pt x="36291" y="11580"/>
                  </a:lnTo>
                  <a:cubicBezTo>
                    <a:pt x="36291" y="11580"/>
                    <a:pt x="31805" y="3585"/>
                    <a:pt x="25288" y="1"/>
                  </a:cubicBezTo>
                  <a:lnTo>
                    <a:pt x="18146" y="34613"/>
                  </a:lnTo>
                  <a:lnTo>
                    <a:pt x="10978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3"/>
            <p:cNvSpPr/>
            <p:nvPr/>
          </p:nvSpPr>
          <p:spPr>
            <a:xfrm>
              <a:off x="4477995" y="2243024"/>
              <a:ext cx="188169" cy="89431"/>
            </a:xfrm>
            <a:custGeom>
              <a:avLst/>
              <a:gdLst/>
              <a:ahLst/>
              <a:cxnLst/>
              <a:rect l="l" t="t" r="r" b="b"/>
              <a:pathLst>
                <a:path w="13184" h="6266" extrusionOk="0">
                  <a:moveTo>
                    <a:pt x="0" y="0"/>
                  </a:moveTo>
                  <a:lnTo>
                    <a:pt x="6592" y="6266"/>
                  </a:lnTo>
                  <a:lnTo>
                    <a:pt x="131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3"/>
            <p:cNvSpPr/>
            <p:nvPr/>
          </p:nvSpPr>
          <p:spPr>
            <a:xfrm>
              <a:off x="4411813" y="1840240"/>
              <a:ext cx="291188" cy="240392"/>
            </a:xfrm>
            <a:custGeom>
              <a:avLst/>
              <a:gdLst/>
              <a:ahLst/>
              <a:cxnLst/>
              <a:rect l="l" t="t" r="r" b="b"/>
              <a:pathLst>
                <a:path w="20402" h="16843" extrusionOk="0">
                  <a:moveTo>
                    <a:pt x="10727" y="0"/>
                  </a:moveTo>
                  <a:cubicBezTo>
                    <a:pt x="10452" y="0"/>
                    <a:pt x="10326" y="376"/>
                    <a:pt x="10577" y="527"/>
                  </a:cubicBezTo>
                  <a:cubicBezTo>
                    <a:pt x="11780" y="1329"/>
                    <a:pt x="12281" y="2457"/>
                    <a:pt x="12281" y="2457"/>
                  </a:cubicBezTo>
                  <a:cubicBezTo>
                    <a:pt x="12281" y="2457"/>
                    <a:pt x="11450" y="2260"/>
                    <a:pt x="10165" y="2260"/>
                  </a:cubicBezTo>
                  <a:cubicBezTo>
                    <a:pt x="8584" y="2260"/>
                    <a:pt x="6315" y="2558"/>
                    <a:pt x="4061" y="3885"/>
                  </a:cubicBezTo>
                  <a:cubicBezTo>
                    <a:pt x="0" y="6266"/>
                    <a:pt x="727" y="8021"/>
                    <a:pt x="2657" y="9123"/>
                  </a:cubicBezTo>
                  <a:cubicBezTo>
                    <a:pt x="2657" y="9123"/>
                    <a:pt x="2807" y="12908"/>
                    <a:pt x="3860" y="16717"/>
                  </a:cubicBezTo>
                  <a:lnTo>
                    <a:pt x="18396" y="16843"/>
                  </a:lnTo>
                  <a:cubicBezTo>
                    <a:pt x="18396" y="16843"/>
                    <a:pt x="19224" y="13785"/>
                    <a:pt x="19800" y="11128"/>
                  </a:cubicBezTo>
                  <a:cubicBezTo>
                    <a:pt x="20401" y="8447"/>
                    <a:pt x="19098" y="7194"/>
                    <a:pt x="18071" y="6742"/>
                  </a:cubicBezTo>
                  <a:cubicBezTo>
                    <a:pt x="17193" y="1980"/>
                    <a:pt x="13935" y="0"/>
                    <a:pt x="107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3"/>
            <p:cNvSpPr/>
            <p:nvPr/>
          </p:nvSpPr>
          <p:spPr>
            <a:xfrm>
              <a:off x="4572421" y="2775289"/>
              <a:ext cx="50096" cy="344852"/>
            </a:xfrm>
            <a:custGeom>
              <a:avLst/>
              <a:gdLst/>
              <a:ahLst/>
              <a:cxnLst/>
              <a:rect l="l" t="t" r="r" b="b"/>
              <a:pathLst>
                <a:path w="3510" h="24162" fill="none" extrusionOk="0">
                  <a:moveTo>
                    <a:pt x="1" y="1"/>
                  </a:moveTo>
                  <a:cubicBezTo>
                    <a:pt x="1103" y="5640"/>
                    <a:pt x="3509" y="11755"/>
                    <a:pt x="3509" y="11755"/>
                  </a:cubicBezTo>
                  <a:lnTo>
                    <a:pt x="276" y="24161"/>
                  </a:lnTo>
                </a:path>
              </a:pathLst>
            </a:custGeom>
            <a:noFill/>
            <a:ln w="8150" cap="flat" cmpd="sng">
              <a:solidFill>
                <a:srgbClr val="141D30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3"/>
            <p:cNvSpPr/>
            <p:nvPr/>
          </p:nvSpPr>
          <p:spPr>
            <a:xfrm>
              <a:off x="4554181" y="2922666"/>
              <a:ext cx="37565" cy="37579"/>
            </a:xfrm>
            <a:custGeom>
              <a:avLst/>
              <a:gdLst/>
              <a:ahLst/>
              <a:cxnLst/>
              <a:rect l="l" t="t" r="r" b="b"/>
              <a:pathLst>
                <a:path w="2632" h="2633" extrusionOk="0">
                  <a:moveTo>
                    <a:pt x="1304" y="0"/>
                  </a:moveTo>
                  <a:cubicBezTo>
                    <a:pt x="577" y="0"/>
                    <a:pt x="0" y="602"/>
                    <a:pt x="0" y="1329"/>
                  </a:cubicBezTo>
                  <a:cubicBezTo>
                    <a:pt x="0" y="2056"/>
                    <a:pt x="577" y="2632"/>
                    <a:pt x="1304" y="2632"/>
                  </a:cubicBezTo>
                  <a:cubicBezTo>
                    <a:pt x="2030" y="2632"/>
                    <a:pt x="2632" y="2056"/>
                    <a:pt x="2632" y="1329"/>
                  </a:cubicBezTo>
                  <a:cubicBezTo>
                    <a:pt x="2632" y="602"/>
                    <a:pt x="2030" y="0"/>
                    <a:pt x="1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3"/>
            <p:cNvSpPr/>
            <p:nvPr/>
          </p:nvSpPr>
          <p:spPr>
            <a:xfrm>
              <a:off x="4515902" y="3091153"/>
              <a:ext cx="37579" cy="37565"/>
            </a:xfrm>
            <a:custGeom>
              <a:avLst/>
              <a:gdLst/>
              <a:ahLst/>
              <a:cxnLst/>
              <a:rect l="l" t="t" r="r" b="b"/>
              <a:pathLst>
                <a:path w="2633" h="2632" extrusionOk="0">
                  <a:moveTo>
                    <a:pt x="1304" y="0"/>
                  </a:moveTo>
                  <a:cubicBezTo>
                    <a:pt x="577" y="0"/>
                    <a:pt x="1" y="602"/>
                    <a:pt x="1" y="1328"/>
                  </a:cubicBezTo>
                  <a:cubicBezTo>
                    <a:pt x="1" y="2030"/>
                    <a:pt x="577" y="2632"/>
                    <a:pt x="1304" y="2632"/>
                  </a:cubicBezTo>
                  <a:cubicBezTo>
                    <a:pt x="2031" y="2632"/>
                    <a:pt x="2632" y="2030"/>
                    <a:pt x="2632" y="1328"/>
                  </a:cubicBezTo>
                  <a:cubicBezTo>
                    <a:pt x="2632" y="602"/>
                    <a:pt x="2031" y="0"/>
                    <a:pt x="1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3"/>
            <p:cNvSpPr/>
            <p:nvPr/>
          </p:nvSpPr>
          <p:spPr>
            <a:xfrm>
              <a:off x="4492652" y="2834676"/>
              <a:ext cx="90159" cy="79055"/>
            </a:xfrm>
            <a:custGeom>
              <a:avLst/>
              <a:gdLst/>
              <a:ahLst/>
              <a:cxnLst/>
              <a:rect l="l" t="t" r="r" b="b"/>
              <a:pathLst>
                <a:path w="6317" h="5539" fill="none" extrusionOk="0">
                  <a:moveTo>
                    <a:pt x="1" y="0"/>
                  </a:moveTo>
                  <a:lnTo>
                    <a:pt x="6316" y="5539"/>
                  </a:lnTo>
                </a:path>
              </a:pathLst>
            </a:custGeom>
            <a:noFill/>
            <a:ln w="8150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3"/>
            <p:cNvSpPr/>
            <p:nvPr/>
          </p:nvSpPr>
          <p:spPr>
            <a:xfrm>
              <a:off x="4499446" y="2970237"/>
              <a:ext cx="63684" cy="41519"/>
            </a:xfrm>
            <a:custGeom>
              <a:avLst/>
              <a:gdLst/>
              <a:ahLst/>
              <a:cxnLst/>
              <a:rect l="l" t="t" r="r" b="b"/>
              <a:pathLst>
                <a:path w="4462" h="2909" fill="none" extrusionOk="0">
                  <a:moveTo>
                    <a:pt x="4462" y="1"/>
                  </a:moveTo>
                  <a:lnTo>
                    <a:pt x="1" y="2908"/>
                  </a:lnTo>
                </a:path>
              </a:pathLst>
            </a:custGeom>
            <a:noFill/>
            <a:ln w="8150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3"/>
            <p:cNvSpPr/>
            <p:nvPr/>
          </p:nvSpPr>
          <p:spPr>
            <a:xfrm>
              <a:off x="4279821" y="3012098"/>
              <a:ext cx="179220" cy="69407"/>
            </a:xfrm>
            <a:custGeom>
              <a:avLst/>
              <a:gdLst/>
              <a:ahLst/>
              <a:cxnLst/>
              <a:rect l="l" t="t" r="r" b="b"/>
              <a:pathLst>
                <a:path w="12557" h="4863" extrusionOk="0">
                  <a:moveTo>
                    <a:pt x="426" y="0"/>
                  </a:moveTo>
                  <a:lnTo>
                    <a:pt x="0" y="1679"/>
                  </a:lnTo>
                  <a:lnTo>
                    <a:pt x="12106" y="4862"/>
                  </a:lnTo>
                  <a:lnTo>
                    <a:pt x="12557" y="3208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3"/>
            <p:cNvSpPr/>
            <p:nvPr/>
          </p:nvSpPr>
          <p:spPr>
            <a:xfrm>
              <a:off x="4685816" y="3012098"/>
              <a:ext cx="178863" cy="69407"/>
            </a:xfrm>
            <a:custGeom>
              <a:avLst/>
              <a:gdLst/>
              <a:ahLst/>
              <a:cxnLst/>
              <a:rect l="l" t="t" r="r" b="b"/>
              <a:pathLst>
                <a:path w="12532" h="4863" extrusionOk="0">
                  <a:moveTo>
                    <a:pt x="12106" y="0"/>
                  </a:moveTo>
                  <a:lnTo>
                    <a:pt x="0" y="3208"/>
                  </a:lnTo>
                  <a:lnTo>
                    <a:pt x="427" y="4862"/>
                  </a:lnTo>
                  <a:lnTo>
                    <a:pt x="12532" y="1679"/>
                  </a:lnTo>
                  <a:lnTo>
                    <a:pt x="121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3"/>
            <p:cNvSpPr/>
            <p:nvPr/>
          </p:nvSpPr>
          <p:spPr>
            <a:xfrm>
              <a:off x="4769525" y="3613755"/>
              <a:ext cx="188525" cy="229316"/>
            </a:xfrm>
            <a:custGeom>
              <a:avLst/>
              <a:gdLst/>
              <a:ahLst/>
              <a:cxnLst/>
              <a:rect l="l" t="t" r="r" b="b"/>
              <a:pathLst>
                <a:path w="13209" h="16067" extrusionOk="0">
                  <a:moveTo>
                    <a:pt x="4135" y="1"/>
                  </a:moveTo>
                  <a:lnTo>
                    <a:pt x="0" y="9224"/>
                  </a:lnTo>
                  <a:lnTo>
                    <a:pt x="11479" y="16066"/>
                  </a:lnTo>
                  <a:lnTo>
                    <a:pt x="13208" y="5164"/>
                  </a:lnTo>
                  <a:lnTo>
                    <a:pt x="413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3"/>
            <p:cNvSpPr/>
            <p:nvPr/>
          </p:nvSpPr>
          <p:spPr>
            <a:xfrm>
              <a:off x="4837133" y="3656159"/>
              <a:ext cx="221780" cy="416514"/>
            </a:xfrm>
            <a:custGeom>
              <a:avLst/>
              <a:gdLst/>
              <a:ahLst/>
              <a:cxnLst/>
              <a:rect l="l" t="t" r="r" b="b"/>
              <a:pathLst>
                <a:path w="15539" h="29183" extrusionOk="0">
                  <a:moveTo>
                    <a:pt x="6770" y="1"/>
                  </a:moveTo>
                  <a:cubicBezTo>
                    <a:pt x="6412" y="1"/>
                    <a:pt x="6043" y="20"/>
                    <a:pt x="5664" y="62"/>
                  </a:cubicBezTo>
                  <a:lnTo>
                    <a:pt x="6266" y="8684"/>
                  </a:lnTo>
                  <a:lnTo>
                    <a:pt x="6266" y="8684"/>
                  </a:lnTo>
                  <a:lnTo>
                    <a:pt x="4160" y="7030"/>
                  </a:lnTo>
                  <a:lnTo>
                    <a:pt x="0" y="10664"/>
                  </a:lnTo>
                  <a:lnTo>
                    <a:pt x="4461" y="13596"/>
                  </a:lnTo>
                  <a:lnTo>
                    <a:pt x="7945" y="22769"/>
                  </a:lnTo>
                  <a:lnTo>
                    <a:pt x="9474" y="28433"/>
                  </a:lnTo>
                  <a:cubicBezTo>
                    <a:pt x="9600" y="28908"/>
                    <a:pt x="10016" y="29182"/>
                    <a:pt x="10444" y="29182"/>
                  </a:cubicBezTo>
                  <a:cubicBezTo>
                    <a:pt x="10694" y="29182"/>
                    <a:pt x="10949" y="29088"/>
                    <a:pt x="11153" y="28885"/>
                  </a:cubicBezTo>
                  <a:cubicBezTo>
                    <a:pt x="12431" y="27631"/>
                    <a:pt x="14211" y="25200"/>
                    <a:pt x="14361" y="21366"/>
                  </a:cubicBezTo>
                  <a:cubicBezTo>
                    <a:pt x="14586" y="15125"/>
                    <a:pt x="13308" y="10063"/>
                    <a:pt x="13308" y="10062"/>
                  </a:cubicBezTo>
                  <a:lnTo>
                    <a:pt x="13308" y="10062"/>
                  </a:lnTo>
                  <a:lnTo>
                    <a:pt x="14937" y="10313"/>
                  </a:lnTo>
                  <a:lnTo>
                    <a:pt x="15539" y="2970"/>
                  </a:lnTo>
                  <a:lnTo>
                    <a:pt x="13810" y="2844"/>
                  </a:lnTo>
                  <a:cubicBezTo>
                    <a:pt x="13810" y="2844"/>
                    <a:pt x="11094" y="1"/>
                    <a:pt x="6770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3"/>
            <p:cNvSpPr/>
            <p:nvPr/>
          </p:nvSpPr>
          <p:spPr>
            <a:xfrm>
              <a:off x="3712132" y="3122324"/>
              <a:ext cx="1155773" cy="733621"/>
            </a:xfrm>
            <a:custGeom>
              <a:avLst/>
              <a:gdLst/>
              <a:ahLst/>
              <a:cxnLst/>
              <a:rect l="l" t="t" r="r" b="b"/>
              <a:pathLst>
                <a:path w="80979" h="51401" extrusionOk="0">
                  <a:moveTo>
                    <a:pt x="15558" y="1"/>
                  </a:moveTo>
                  <a:cubicBezTo>
                    <a:pt x="8515" y="1"/>
                    <a:pt x="2842" y="3581"/>
                    <a:pt x="1705" y="9445"/>
                  </a:cubicBezTo>
                  <a:cubicBezTo>
                    <a:pt x="1" y="18368"/>
                    <a:pt x="6567" y="28518"/>
                    <a:pt x="18798" y="32779"/>
                  </a:cubicBezTo>
                  <a:cubicBezTo>
                    <a:pt x="21805" y="33806"/>
                    <a:pt x="27720" y="35836"/>
                    <a:pt x="34587" y="38167"/>
                  </a:cubicBezTo>
                  <a:cubicBezTo>
                    <a:pt x="38673" y="39546"/>
                    <a:pt x="42783" y="39120"/>
                    <a:pt x="47169" y="40648"/>
                  </a:cubicBezTo>
                  <a:cubicBezTo>
                    <a:pt x="49951" y="41601"/>
                    <a:pt x="51530" y="43405"/>
                    <a:pt x="56342" y="45034"/>
                  </a:cubicBezTo>
                  <a:cubicBezTo>
                    <a:pt x="58656" y="45830"/>
                    <a:pt x="60066" y="45918"/>
                    <a:pt x="61244" y="45918"/>
                  </a:cubicBezTo>
                  <a:cubicBezTo>
                    <a:pt x="61580" y="45918"/>
                    <a:pt x="61897" y="45911"/>
                    <a:pt x="62210" y="45911"/>
                  </a:cubicBezTo>
                  <a:cubicBezTo>
                    <a:pt x="63083" y="45911"/>
                    <a:pt x="63931" y="45967"/>
                    <a:pt x="65089" y="46388"/>
                  </a:cubicBezTo>
                  <a:cubicBezTo>
                    <a:pt x="68773" y="47741"/>
                    <a:pt x="69249" y="49871"/>
                    <a:pt x="73836" y="51400"/>
                  </a:cubicBezTo>
                  <a:lnTo>
                    <a:pt x="80978" y="32779"/>
                  </a:lnTo>
                  <a:cubicBezTo>
                    <a:pt x="80978" y="32779"/>
                    <a:pt x="38848" y="9345"/>
                    <a:pt x="27244" y="3104"/>
                  </a:cubicBezTo>
                  <a:cubicBezTo>
                    <a:pt x="23276" y="974"/>
                    <a:pt x="19231" y="1"/>
                    <a:pt x="1555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3"/>
            <p:cNvSpPr/>
            <p:nvPr/>
          </p:nvSpPr>
          <p:spPr>
            <a:xfrm>
              <a:off x="5023133" y="3707839"/>
              <a:ext cx="7522" cy="77628"/>
            </a:xfrm>
            <a:custGeom>
              <a:avLst/>
              <a:gdLst/>
              <a:ahLst/>
              <a:cxnLst/>
              <a:rect l="l" t="t" r="r" b="b"/>
              <a:pathLst>
                <a:path w="527" h="5439" fill="none" extrusionOk="0">
                  <a:moveTo>
                    <a:pt x="527" y="0"/>
                  </a:moveTo>
                  <a:lnTo>
                    <a:pt x="1" y="5439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3"/>
            <p:cNvSpPr/>
            <p:nvPr/>
          </p:nvSpPr>
          <p:spPr>
            <a:xfrm>
              <a:off x="4705841" y="3559391"/>
              <a:ext cx="162064" cy="296554"/>
            </a:xfrm>
            <a:custGeom>
              <a:avLst/>
              <a:gdLst/>
              <a:ahLst/>
              <a:cxnLst/>
              <a:rect l="l" t="t" r="r" b="b"/>
              <a:pathLst>
                <a:path w="11355" h="20778" extrusionOk="0">
                  <a:moveTo>
                    <a:pt x="7520" y="0"/>
                  </a:moveTo>
                  <a:lnTo>
                    <a:pt x="1" y="18572"/>
                  </a:lnTo>
                  <a:cubicBezTo>
                    <a:pt x="1029" y="19349"/>
                    <a:pt x="2257" y="20126"/>
                    <a:pt x="4212" y="20777"/>
                  </a:cubicBezTo>
                  <a:lnTo>
                    <a:pt x="11354" y="2156"/>
                  </a:lnTo>
                  <a:cubicBezTo>
                    <a:pt x="11354" y="2156"/>
                    <a:pt x="9926" y="1354"/>
                    <a:pt x="7520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3"/>
            <p:cNvSpPr/>
            <p:nvPr/>
          </p:nvSpPr>
          <p:spPr>
            <a:xfrm>
              <a:off x="4276595" y="3122324"/>
              <a:ext cx="1156130" cy="733621"/>
            </a:xfrm>
            <a:custGeom>
              <a:avLst/>
              <a:gdLst/>
              <a:ahLst/>
              <a:cxnLst/>
              <a:rect l="l" t="t" r="r" b="b"/>
              <a:pathLst>
                <a:path w="81004" h="51401" extrusionOk="0">
                  <a:moveTo>
                    <a:pt x="65432" y="1"/>
                  </a:moveTo>
                  <a:cubicBezTo>
                    <a:pt x="61760" y="1"/>
                    <a:pt x="57712" y="974"/>
                    <a:pt x="53735" y="3104"/>
                  </a:cubicBezTo>
                  <a:cubicBezTo>
                    <a:pt x="42156" y="9345"/>
                    <a:pt x="1" y="32779"/>
                    <a:pt x="1" y="32779"/>
                  </a:cubicBezTo>
                  <a:lnTo>
                    <a:pt x="7144" y="51400"/>
                  </a:lnTo>
                  <a:cubicBezTo>
                    <a:pt x="11730" y="49871"/>
                    <a:pt x="12206" y="47741"/>
                    <a:pt x="15890" y="46388"/>
                  </a:cubicBezTo>
                  <a:cubicBezTo>
                    <a:pt x="17048" y="45967"/>
                    <a:pt x="17896" y="45911"/>
                    <a:pt x="18769" y="45911"/>
                  </a:cubicBezTo>
                  <a:cubicBezTo>
                    <a:pt x="19083" y="45911"/>
                    <a:pt x="19400" y="45918"/>
                    <a:pt x="19736" y="45918"/>
                  </a:cubicBezTo>
                  <a:cubicBezTo>
                    <a:pt x="20913" y="45918"/>
                    <a:pt x="22323" y="45830"/>
                    <a:pt x="24637" y="45034"/>
                  </a:cubicBezTo>
                  <a:cubicBezTo>
                    <a:pt x="29449" y="43405"/>
                    <a:pt x="31028" y="41601"/>
                    <a:pt x="33810" y="40648"/>
                  </a:cubicBezTo>
                  <a:cubicBezTo>
                    <a:pt x="38221" y="39120"/>
                    <a:pt x="42307" y="39546"/>
                    <a:pt x="46392" y="38167"/>
                  </a:cubicBezTo>
                  <a:cubicBezTo>
                    <a:pt x="53259" y="35836"/>
                    <a:pt x="59199" y="33806"/>
                    <a:pt x="62206" y="32779"/>
                  </a:cubicBezTo>
                  <a:cubicBezTo>
                    <a:pt x="74412" y="28518"/>
                    <a:pt x="81003" y="18368"/>
                    <a:pt x="79274" y="9445"/>
                  </a:cubicBezTo>
                  <a:cubicBezTo>
                    <a:pt x="78137" y="3581"/>
                    <a:pt x="72475" y="1"/>
                    <a:pt x="65432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3"/>
            <p:cNvSpPr/>
            <p:nvPr/>
          </p:nvSpPr>
          <p:spPr>
            <a:xfrm>
              <a:off x="4186450" y="3613755"/>
              <a:ext cx="188525" cy="229316"/>
            </a:xfrm>
            <a:custGeom>
              <a:avLst/>
              <a:gdLst/>
              <a:ahLst/>
              <a:cxnLst/>
              <a:rect l="l" t="t" r="r" b="b"/>
              <a:pathLst>
                <a:path w="13209" h="16067" extrusionOk="0">
                  <a:moveTo>
                    <a:pt x="9074" y="1"/>
                  </a:moveTo>
                  <a:lnTo>
                    <a:pt x="1" y="5164"/>
                  </a:lnTo>
                  <a:lnTo>
                    <a:pt x="1730" y="16066"/>
                  </a:lnTo>
                  <a:lnTo>
                    <a:pt x="13209" y="9224"/>
                  </a:lnTo>
                  <a:lnTo>
                    <a:pt x="907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3"/>
            <p:cNvSpPr/>
            <p:nvPr/>
          </p:nvSpPr>
          <p:spPr>
            <a:xfrm>
              <a:off x="4085586" y="3656159"/>
              <a:ext cx="221795" cy="416514"/>
            </a:xfrm>
            <a:custGeom>
              <a:avLst/>
              <a:gdLst/>
              <a:ahLst/>
              <a:cxnLst/>
              <a:rect l="l" t="t" r="r" b="b"/>
              <a:pathLst>
                <a:path w="15540" h="29183" extrusionOk="0">
                  <a:moveTo>
                    <a:pt x="8770" y="1"/>
                  </a:moveTo>
                  <a:cubicBezTo>
                    <a:pt x="4445" y="1"/>
                    <a:pt x="1730" y="2844"/>
                    <a:pt x="1730" y="2844"/>
                  </a:cubicBezTo>
                  <a:lnTo>
                    <a:pt x="0" y="2970"/>
                  </a:lnTo>
                  <a:lnTo>
                    <a:pt x="602" y="10313"/>
                  </a:lnTo>
                  <a:lnTo>
                    <a:pt x="2231" y="10062"/>
                  </a:lnTo>
                  <a:lnTo>
                    <a:pt x="2231" y="10062"/>
                  </a:lnTo>
                  <a:cubicBezTo>
                    <a:pt x="2231" y="10063"/>
                    <a:pt x="953" y="15125"/>
                    <a:pt x="1178" y="21366"/>
                  </a:cubicBezTo>
                  <a:cubicBezTo>
                    <a:pt x="1329" y="25200"/>
                    <a:pt x="3108" y="27631"/>
                    <a:pt x="4386" y="28885"/>
                  </a:cubicBezTo>
                  <a:cubicBezTo>
                    <a:pt x="4590" y="29088"/>
                    <a:pt x="4845" y="29182"/>
                    <a:pt x="5097" y="29182"/>
                  </a:cubicBezTo>
                  <a:cubicBezTo>
                    <a:pt x="5527" y="29182"/>
                    <a:pt x="5948" y="28908"/>
                    <a:pt x="6090" y="28433"/>
                  </a:cubicBezTo>
                  <a:lnTo>
                    <a:pt x="7619" y="22769"/>
                  </a:lnTo>
                  <a:lnTo>
                    <a:pt x="11078" y="13596"/>
                  </a:lnTo>
                  <a:lnTo>
                    <a:pt x="15539" y="10664"/>
                  </a:lnTo>
                  <a:lnTo>
                    <a:pt x="11379" y="7030"/>
                  </a:lnTo>
                  <a:lnTo>
                    <a:pt x="9273" y="8684"/>
                  </a:lnTo>
                  <a:lnTo>
                    <a:pt x="9875" y="62"/>
                  </a:lnTo>
                  <a:cubicBezTo>
                    <a:pt x="9496" y="20"/>
                    <a:pt x="9127" y="1"/>
                    <a:pt x="8770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3"/>
            <p:cNvSpPr/>
            <p:nvPr/>
          </p:nvSpPr>
          <p:spPr>
            <a:xfrm>
              <a:off x="4114203" y="3707839"/>
              <a:ext cx="7165" cy="77628"/>
            </a:xfrm>
            <a:custGeom>
              <a:avLst/>
              <a:gdLst/>
              <a:ahLst/>
              <a:cxnLst/>
              <a:rect l="l" t="t" r="r" b="b"/>
              <a:pathLst>
                <a:path w="502" h="5439" fill="none" extrusionOk="0">
                  <a:moveTo>
                    <a:pt x="0" y="0"/>
                  </a:moveTo>
                  <a:lnTo>
                    <a:pt x="502" y="5439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3"/>
            <p:cNvSpPr/>
            <p:nvPr/>
          </p:nvSpPr>
          <p:spPr>
            <a:xfrm>
              <a:off x="4276595" y="3559391"/>
              <a:ext cx="162064" cy="296554"/>
            </a:xfrm>
            <a:custGeom>
              <a:avLst/>
              <a:gdLst/>
              <a:ahLst/>
              <a:cxnLst/>
              <a:rect l="l" t="t" r="r" b="b"/>
              <a:pathLst>
                <a:path w="11355" h="20778" extrusionOk="0">
                  <a:moveTo>
                    <a:pt x="3835" y="0"/>
                  </a:moveTo>
                  <a:cubicBezTo>
                    <a:pt x="1454" y="1354"/>
                    <a:pt x="1" y="2156"/>
                    <a:pt x="1" y="2156"/>
                  </a:cubicBezTo>
                  <a:lnTo>
                    <a:pt x="7144" y="20777"/>
                  </a:lnTo>
                  <a:cubicBezTo>
                    <a:pt x="9099" y="20126"/>
                    <a:pt x="10327" y="19349"/>
                    <a:pt x="11354" y="18572"/>
                  </a:cubicBezTo>
                  <a:lnTo>
                    <a:pt x="3835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3"/>
            <p:cNvSpPr/>
            <p:nvPr/>
          </p:nvSpPr>
          <p:spPr>
            <a:xfrm>
              <a:off x="3501085" y="2768138"/>
              <a:ext cx="129865" cy="184586"/>
            </a:xfrm>
            <a:custGeom>
              <a:avLst/>
              <a:gdLst/>
              <a:ahLst/>
              <a:cxnLst/>
              <a:rect l="l" t="t" r="r" b="b"/>
              <a:pathLst>
                <a:path w="9099" h="12933" extrusionOk="0">
                  <a:moveTo>
                    <a:pt x="4938" y="0"/>
                  </a:moveTo>
                  <a:cubicBezTo>
                    <a:pt x="4938" y="0"/>
                    <a:pt x="1" y="11529"/>
                    <a:pt x="2407" y="12833"/>
                  </a:cubicBezTo>
                  <a:cubicBezTo>
                    <a:pt x="2529" y="12900"/>
                    <a:pt x="2657" y="12932"/>
                    <a:pt x="2788" y="12932"/>
                  </a:cubicBezTo>
                  <a:cubicBezTo>
                    <a:pt x="5238" y="12932"/>
                    <a:pt x="9099" y="1780"/>
                    <a:pt x="9099" y="1780"/>
                  </a:cubicBezTo>
                  <a:lnTo>
                    <a:pt x="4938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3"/>
            <p:cNvSpPr/>
            <p:nvPr/>
          </p:nvSpPr>
          <p:spPr>
            <a:xfrm>
              <a:off x="3314372" y="2649020"/>
              <a:ext cx="341255" cy="274731"/>
            </a:xfrm>
            <a:custGeom>
              <a:avLst/>
              <a:gdLst/>
              <a:ahLst/>
              <a:cxnLst/>
              <a:rect l="l" t="t" r="r" b="b"/>
              <a:pathLst>
                <a:path w="23910" h="19249" extrusionOk="0">
                  <a:moveTo>
                    <a:pt x="10551" y="0"/>
                  </a:moveTo>
                  <a:lnTo>
                    <a:pt x="9599" y="878"/>
                  </a:lnTo>
                  <a:lnTo>
                    <a:pt x="11228" y="2807"/>
                  </a:lnTo>
                  <a:lnTo>
                    <a:pt x="11178" y="5239"/>
                  </a:lnTo>
                  <a:lnTo>
                    <a:pt x="6767" y="5239"/>
                  </a:lnTo>
                  <a:lnTo>
                    <a:pt x="1604" y="3660"/>
                  </a:lnTo>
                  <a:lnTo>
                    <a:pt x="1228" y="4888"/>
                  </a:lnTo>
                  <a:lnTo>
                    <a:pt x="652" y="4612"/>
                  </a:lnTo>
                  <a:lnTo>
                    <a:pt x="0" y="6391"/>
                  </a:lnTo>
                  <a:lnTo>
                    <a:pt x="1103" y="7043"/>
                  </a:lnTo>
                  <a:lnTo>
                    <a:pt x="576" y="8321"/>
                  </a:lnTo>
                  <a:lnTo>
                    <a:pt x="2807" y="9950"/>
                  </a:lnTo>
                  <a:lnTo>
                    <a:pt x="5288" y="10477"/>
                  </a:lnTo>
                  <a:lnTo>
                    <a:pt x="2506" y="10502"/>
                  </a:lnTo>
                  <a:lnTo>
                    <a:pt x="902" y="9524"/>
                  </a:lnTo>
                  <a:lnTo>
                    <a:pt x="576" y="10502"/>
                  </a:lnTo>
                  <a:lnTo>
                    <a:pt x="2582" y="11655"/>
                  </a:lnTo>
                  <a:cubicBezTo>
                    <a:pt x="2582" y="11655"/>
                    <a:pt x="5061" y="12638"/>
                    <a:pt x="8424" y="12638"/>
                  </a:cubicBezTo>
                  <a:cubicBezTo>
                    <a:pt x="9585" y="12638"/>
                    <a:pt x="10850" y="12521"/>
                    <a:pt x="12155" y="12206"/>
                  </a:cubicBezTo>
                  <a:lnTo>
                    <a:pt x="20476" y="19249"/>
                  </a:lnTo>
                  <a:lnTo>
                    <a:pt x="23910" y="10878"/>
                  </a:lnTo>
                  <a:lnTo>
                    <a:pt x="14812" y="6943"/>
                  </a:lnTo>
                  <a:cubicBezTo>
                    <a:pt x="14812" y="6943"/>
                    <a:pt x="15389" y="4286"/>
                    <a:pt x="13283" y="2281"/>
                  </a:cubicBezTo>
                  <a:cubicBezTo>
                    <a:pt x="12080" y="1128"/>
                    <a:pt x="10551" y="0"/>
                    <a:pt x="1055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3"/>
            <p:cNvSpPr/>
            <p:nvPr/>
          </p:nvSpPr>
          <p:spPr>
            <a:xfrm>
              <a:off x="3517184" y="2941620"/>
              <a:ext cx="142382" cy="107743"/>
            </a:xfrm>
            <a:custGeom>
              <a:avLst/>
              <a:gdLst/>
              <a:ahLst/>
              <a:cxnLst/>
              <a:rect l="l" t="t" r="r" b="b"/>
              <a:pathLst>
                <a:path w="9976" h="7549" extrusionOk="0">
                  <a:moveTo>
                    <a:pt x="3209" y="1"/>
                  </a:moveTo>
                  <a:cubicBezTo>
                    <a:pt x="3209" y="1"/>
                    <a:pt x="1" y="6241"/>
                    <a:pt x="2081" y="7369"/>
                  </a:cubicBezTo>
                  <a:cubicBezTo>
                    <a:pt x="2308" y="7493"/>
                    <a:pt x="2567" y="7548"/>
                    <a:pt x="2849" y="7548"/>
                  </a:cubicBezTo>
                  <a:cubicBezTo>
                    <a:pt x="5433" y="7548"/>
                    <a:pt x="9976" y="2883"/>
                    <a:pt x="9976" y="2883"/>
                  </a:cubicBezTo>
                  <a:lnTo>
                    <a:pt x="3209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3"/>
            <p:cNvSpPr/>
            <p:nvPr/>
          </p:nvSpPr>
          <p:spPr>
            <a:xfrm>
              <a:off x="3535424" y="2782082"/>
              <a:ext cx="142382" cy="259003"/>
            </a:xfrm>
            <a:custGeom>
              <a:avLst/>
              <a:gdLst/>
              <a:ahLst/>
              <a:cxnLst/>
              <a:rect l="l" t="t" r="r" b="b"/>
              <a:pathLst>
                <a:path w="9976" h="18147" extrusionOk="0">
                  <a:moveTo>
                    <a:pt x="4913" y="1"/>
                  </a:moveTo>
                  <a:cubicBezTo>
                    <a:pt x="4913" y="1"/>
                    <a:pt x="3485" y="10577"/>
                    <a:pt x="1" y="11856"/>
                  </a:cubicBezTo>
                  <a:lnTo>
                    <a:pt x="9976" y="18146"/>
                  </a:lnTo>
                  <a:lnTo>
                    <a:pt x="9976" y="1981"/>
                  </a:lnTo>
                  <a:lnTo>
                    <a:pt x="49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3"/>
            <p:cNvSpPr/>
            <p:nvPr/>
          </p:nvSpPr>
          <p:spPr>
            <a:xfrm>
              <a:off x="3546871" y="2370720"/>
              <a:ext cx="668210" cy="823238"/>
            </a:xfrm>
            <a:custGeom>
              <a:avLst/>
              <a:gdLst/>
              <a:ahLst/>
              <a:cxnLst/>
              <a:rect l="l" t="t" r="r" b="b"/>
              <a:pathLst>
                <a:path w="46818" h="57680" extrusionOk="0">
                  <a:moveTo>
                    <a:pt x="40703" y="1"/>
                  </a:moveTo>
                  <a:cubicBezTo>
                    <a:pt x="35364" y="5940"/>
                    <a:pt x="35364" y="10477"/>
                    <a:pt x="35364" y="10477"/>
                  </a:cubicBezTo>
                  <a:lnTo>
                    <a:pt x="21755" y="36216"/>
                  </a:lnTo>
                  <a:lnTo>
                    <a:pt x="9174" y="30803"/>
                  </a:lnTo>
                  <a:cubicBezTo>
                    <a:pt x="5036" y="46467"/>
                    <a:pt x="1055" y="47385"/>
                    <a:pt x="179" y="47385"/>
                  </a:cubicBezTo>
                  <a:cubicBezTo>
                    <a:pt x="62" y="47385"/>
                    <a:pt x="1" y="47369"/>
                    <a:pt x="1" y="47369"/>
                  </a:cubicBezTo>
                  <a:lnTo>
                    <a:pt x="1" y="47369"/>
                  </a:lnTo>
                  <a:lnTo>
                    <a:pt x="18422" y="56191"/>
                  </a:lnTo>
                  <a:cubicBezTo>
                    <a:pt x="20545" y="57204"/>
                    <a:pt x="22776" y="57680"/>
                    <a:pt x="24966" y="57680"/>
                  </a:cubicBezTo>
                  <a:cubicBezTo>
                    <a:pt x="31127" y="57680"/>
                    <a:pt x="36975" y="53914"/>
                    <a:pt x="39249" y="47720"/>
                  </a:cubicBezTo>
                  <a:lnTo>
                    <a:pt x="46818" y="27068"/>
                  </a:lnTo>
                  <a:lnTo>
                    <a:pt x="40703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3"/>
            <p:cNvSpPr/>
            <p:nvPr/>
          </p:nvSpPr>
          <p:spPr>
            <a:xfrm>
              <a:off x="3617349" y="2977758"/>
              <a:ext cx="191737" cy="94441"/>
            </a:xfrm>
            <a:custGeom>
              <a:avLst/>
              <a:gdLst/>
              <a:ahLst/>
              <a:cxnLst/>
              <a:rect l="l" t="t" r="r" b="b"/>
              <a:pathLst>
                <a:path w="13434" h="6617" fill="none" extrusionOk="0">
                  <a:moveTo>
                    <a:pt x="0" y="0"/>
                  </a:moveTo>
                  <a:lnTo>
                    <a:pt x="13434" y="6617"/>
                  </a:lnTo>
                </a:path>
              </a:pathLst>
            </a:custGeom>
            <a:noFill/>
            <a:ln w="8150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3"/>
            <p:cNvSpPr/>
            <p:nvPr/>
          </p:nvSpPr>
          <p:spPr>
            <a:xfrm>
              <a:off x="3667416" y="2950569"/>
              <a:ext cx="25776" cy="25762"/>
            </a:xfrm>
            <a:custGeom>
              <a:avLst/>
              <a:gdLst/>
              <a:ahLst/>
              <a:cxnLst/>
              <a:rect l="l" t="t" r="r" b="b"/>
              <a:pathLst>
                <a:path w="1806" h="1805" extrusionOk="0">
                  <a:moveTo>
                    <a:pt x="903" y="0"/>
                  </a:moveTo>
                  <a:cubicBezTo>
                    <a:pt x="402" y="0"/>
                    <a:pt x="1" y="401"/>
                    <a:pt x="1" y="903"/>
                  </a:cubicBezTo>
                  <a:cubicBezTo>
                    <a:pt x="1" y="1404"/>
                    <a:pt x="402" y="1805"/>
                    <a:pt x="903" y="1805"/>
                  </a:cubicBezTo>
                  <a:cubicBezTo>
                    <a:pt x="1404" y="1805"/>
                    <a:pt x="1805" y="1404"/>
                    <a:pt x="1805" y="903"/>
                  </a:cubicBezTo>
                  <a:cubicBezTo>
                    <a:pt x="1805" y="401"/>
                    <a:pt x="1404" y="0"/>
                    <a:pt x="9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3"/>
            <p:cNvSpPr/>
            <p:nvPr/>
          </p:nvSpPr>
          <p:spPr>
            <a:xfrm>
              <a:off x="3742547" y="2990989"/>
              <a:ext cx="25762" cy="26133"/>
            </a:xfrm>
            <a:custGeom>
              <a:avLst/>
              <a:gdLst/>
              <a:ahLst/>
              <a:cxnLst/>
              <a:rect l="l" t="t" r="r" b="b"/>
              <a:pathLst>
                <a:path w="1805" h="1831" extrusionOk="0">
                  <a:moveTo>
                    <a:pt x="902" y="0"/>
                  </a:moveTo>
                  <a:cubicBezTo>
                    <a:pt x="401" y="0"/>
                    <a:pt x="0" y="401"/>
                    <a:pt x="0" y="903"/>
                  </a:cubicBezTo>
                  <a:cubicBezTo>
                    <a:pt x="0" y="1404"/>
                    <a:pt x="401" y="1830"/>
                    <a:pt x="902" y="1830"/>
                  </a:cubicBezTo>
                  <a:cubicBezTo>
                    <a:pt x="1404" y="1830"/>
                    <a:pt x="1805" y="1404"/>
                    <a:pt x="1805" y="903"/>
                  </a:cubicBezTo>
                  <a:cubicBezTo>
                    <a:pt x="1805" y="401"/>
                    <a:pt x="1404" y="0"/>
                    <a:pt x="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3"/>
            <p:cNvSpPr/>
            <p:nvPr/>
          </p:nvSpPr>
          <p:spPr>
            <a:xfrm>
              <a:off x="3857369" y="2887613"/>
              <a:ext cx="114837" cy="51524"/>
            </a:xfrm>
            <a:custGeom>
              <a:avLst/>
              <a:gdLst/>
              <a:ahLst/>
              <a:cxnLst/>
              <a:rect l="l" t="t" r="r" b="b"/>
              <a:pathLst>
                <a:path w="8046" h="3610" fill="none" extrusionOk="0">
                  <a:moveTo>
                    <a:pt x="0" y="0"/>
                  </a:moveTo>
                  <a:lnTo>
                    <a:pt x="8045" y="3609"/>
                  </a:lnTo>
                </a:path>
              </a:pathLst>
            </a:custGeom>
            <a:noFill/>
            <a:ln w="8150" cap="flat" cmpd="sng">
              <a:solidFill>
                <a:srgbClr val="141D30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3"/>
            <p:cNvSpPr/>
            <p:nvPr/>
          </p:nvSpPr>
          <p:spPr>
            <a:xfrm>
              <a:off x="3887056" y="2882603"/>
              <a:ext cx="118419" cy="5024"/>
            </a:xfrm>
            <a:custGeom>
              <a:avLst/>
              <a:gdLst/>
              <a:ahLst/>
              <a:cxnLst/>
              <a:rect l="l" t="t" r="r" b="b"/>
              <a:pathLst>
                <a:path w="8297" h="352" fill="none" extrusionOk="0">
                  <a:moveTo>
                    <a:pt x="0" y="0"/>
                  </a:moveTo>
                  <a:lnTo>
                    <a:pt x="8296" y="351"/>
                  </a:lnTo>
                </a:path>
              </a:pathLst>
            </a:custGeom>
            <a:noFill/>
            <a:ln w="8150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3"/>
            <p:cNvSpPr/>
            <p:nvPr/>
          </p:nvSpPr>
          <p:spPr>
            <a:xfrm>
              <a:off x="3419175" y="2737010"/>
              <a:ext cx="15400" cy="54749"/>
            </a:xfrm>
            <a:custGeom>
              <a:avLst/>
              <a:gdLst/>
              <a:ahLst/>
              <a:cxnLst/>
              <a:rect l="l" t="t" r="r" b="b"/>
              <a:pathLst>
                <a:path w="1079" h="3836" fill="none" extrusionOk="0">
                  <a:moveTo>
                    <a:pt x="1078" y="1"/>
                  </a:moveTo>
                  <a:lnTo>
                    <a:pt x="0" y="3836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3"/>
            <p:cNvSpPr/>
            <p:nvPr/>
          </p:nvSpPr>
          <p:spPr>
            <a:xfrm>
              <a:off x="3430978" y="2759903"/>
              <a:ext cx="73703" cy="26490"/>
            </a:xfrm>
            <a:custGeom>
              <a:avLst/>
              <a:gdLst/>
              <a:ahLst/>
              <a:cxnLst/>
              <a:rect l="l" t="t" r="r" b="b"/>
              <a:pathLst>
                <a:path w="5164" h="1856" fill="none" extrusionOk="0">
                  <a:moveTo>
                    <a:pt x="1" y="1856"/>
                  </a:moveTo>
                  <a:cubicBezTo>
                    <a:pt x="1128" y="978"/>
                    <a:pt x="3234" y="1"/>
                    <a:pt x="5163" y="1279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3"/>
            <p:cNvSpPr/>
            <p:nvPr/>
          </p:nvSpPr>
          <p:spPr>
            <a:xfrm>
              <a:off x="5513550" y="2768138"/>
              <a:ext cx="129865" cy="184586"/>
            </a:xfrm>
            <a:custGeom>
              <a:avLst/>
              <a:gdLst/>
              <a:ahLst/>
              <a:cxnLst/>
              <a:rect l="l" t="t" r="r" b="b"/>
              <a:pathLst>
                <a:path w="9099" h="12933" extrusionOk="0">
                  <a:moveTo>
                    <a:pt x="4161" y="0"/>
                  </a:moveTo>
                  <a:lnTo>
                    <a:pt x="1" y="1780"/>
                  </a:lnTo>
                  <a:cubicBezTo>
                    <a:pt x="1" y="1780"/>
                    <a:pt x="3884" y="12932"/>
                    <a:pt x="6336" y="12932"/>
                  </a:cubicBezTo>
                  <a:cubicBezTo>
                    <a:pt x="6467" y="12932"/>
                    <a:pt x="6595" y="12900"/>
                    <a:pt x="6717" y="12833"/>
                  </a:cubicBezTo>
                  <a:cubicBezTo>
                    <a:pt x="9098" y="11529"/>
                    <a:pt x="4161" y="0"/>
                    <a:pt x="416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3"/>
            <p:cNvSpPr/>
            <p:nvPr/>
          </p:nvSpPr>
          <p:spPr>
            <a:xfrm>
              <a:off x="5488873" y="2649020"/>
              <a:ext cx="341270" cy="274731"/>
            </a:xfrm>
            <a:custGeom>
              <a:avLst/>
              <a:gdLst/>
              <a:ahLst/>
              <a:cxnLst/>
              <a:rect l="l" t="t" r="r" b="b"/>
              <a:pathLst>
                <a:path w="23911" h="19249" extrusionOk="0">
                  <a:moveTo>
                    <a:pt x="13384" y="0"/>
                  </a:moveTo>
                  <a:cubicBezTo>
                    <a:pt x="13384" y="0"/>
                    <a:pt x="11855" y="1128"/>
                    <a:pt x="10652" y="2281"/>
                  </a:cubicBezTo>
                  <a:cubicBezTo>
                    <a:pt x="8522" y="4286"/>
                    <a:pt x="9123" y="6943"/>
                    <a:pt x="9123" y="6943"/>
                  </a:cubicBezTo>
                  <a:lnTo>
                    <a:pt x="0" y="10878"/>
                  </a:lnTo>
                  <a:lnTo>
                    <a:pt x="3434" y="19249"/>
                  </a:lnTo>
                  <a:lnTo>
                    <a:pt x="11755" y="12206"/>
                  </a:lnTo>
                  <a:cubicBezTo>
                    <a:pt x="13060" y="12521"/>
                    <a:pt x="14326" y="12638"/>
                    <a:pt x="15486" y="12638"/>
                  </a:cubicBezTo>
                  <a:cubicBezTo>
                    <a:pt x="18849" y="12638"/>
                    <a:pt x="21329" y="11655"/>
                    <a:pt x="21329" y="11655"/>
                  </a:cubicBezTo>
                  <a:lnTo>
                    <a:pt x="23334" y="10502"/>
                  </a:lnTo>
                  <a:lnTo>
                    <a:pt x="23008" y="9524"/>
                  </a:lnTo>
                  <a:lnTo>
                    <a:pt x="21429" y="10502"/>
                  </a:lnTo>
                  <a:lnTo>
                    <a:pt x="18622" y="10477"/>
                  </a:lnTo>
                  <a:lnTo>
                    <a:pt x="21103" y="9950"/>
                  </a:lnTo>
                  <a:lnTo>
                    <a:pt x="23334" y="8321"/>
                  </a:lnTo>
                  <a:lnTo>
                    <a:pt x="22832" y="7043"/>
                  </a:lnTo>
                  <a:lnTo>
                    <a:pt x="23910" y="6391"/>
                  </a:lnTo>
                  <a:lnTo>
                    <a:pt x="23284" y="4612"/>
                  </a:lnTo>
                  <a:lnTo>
                    <a:pt x="22682" y="4888"/>
                  </a:lnTo>
                  <a:lnTo>
                    <a:pt x="22306" y="3660"/>
                  </a:lnTo>
                  <a:lnTo>
                    <a:pt x="17168" y="5239"/>
                  </a:lnTo>
                  <a:lnTo>
                    <a:pt x="12732" y="5239"/>
                  </a:lnTo>
                  <a:lnTo>
                    <a:pt x="12682" y="2807"/>
                  </a:lnTo>
                  <a:lnTo>
                    <a:pt x="14311" y="878"/>
                  </a:lnTo>
                  <a:lnTo>
                    <a:pt x="1338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3"/>
            <p:cNvSpPr/>
            <p:nvPr/>
          </p:nvSpPr>
          <p:spPr>
            <a:xfrm>
              <a:off x="5484934" y="2941620"/>
              <a:ext cx="142382" cy="107743"/>
            </a:xfrm>
            <a:custGeom>
              <a:avLst/>
              <a:gdLst/>
              <a:ahLst/>
              <a:cxnLst/>
              <a:rect l="l" t="t" r="r" b="b"/>
              <a:pathLst>
                <a:path w="9976" h="7549" extrusionOk="0">
                  <a:moveTo>
                    <a:pt x="6767" y="1"/>
                  </a:moveTo>
                  <a:lnTo>
                    <a:pt x="1" y="2883"/>
                  </a:lnTo>
                  <a:cubicBezTo>
                    <a:pt x="1" y="2883"/>
                    <a:pt x="4543" y="7548"/>
                    <a:pt x="7128" y="7548"/>
                  </a:cubicBezTo>
                  <a:cubicBezTo>
                    <a:pt x="7410" y="7548"/>
                    <a:pt x="7668" y="7493"/>
                    <a:pt x="7895" y="7369"/>
                  </a:cubicBezTo>
                  <a:cubicBezTo>
                    <a:pt x="9976" y="6241"/>
                    <a:pt x="6767" y="1"/>
                    <a:pt x="6767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3"/>
            <p:cNvSpPr/>
            <p:nvPr/>
          </p:nvSpPr>
          <p:spPr>
            <a:xfrm>
              <a:off x="5466693" y="2782082"/>
              <a:ext cx="142739" cy="259003"/>
            </a:xfrm>
            <a:custGeom>
              <a:avLst/>
              <a:gdLst/>
              <a:ahLst/>
              <a:cxnLst/>
              <a:rect l="l" t="t" r="r" b="b"/>
              <a:pathLst>
                <a:path w="10001" h="18147" extrusionOk="0">
                  <a:moveTo>
                    <a:pt x="5063" y="1"/>
                  </a:moveTo>
                  <a:lnTo>
                    <a:pt x="0" y="1981"/>
                  </a:lnTo>
                  <a:lnTo>
                    <a:pt x="0" y="18146"/>
                  </a:lnTo>
                  <a:lnTo>
                    <a:pt x="10000" y="11856"/>
                  </a:lnTo>
                  <a:cubicBezTo>
                    <a:pt x="6517" y="10577"/>
                    <a:pt x="5063" y="1"/>
                    <a:pt x="5063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3"/>
            <p:cNvSpPr/>
            <p:nvPr/>
          </p:nvSpPr>
          <p:spPr>
            <a:xfrm>
              <a:off x="4929419" y="2370720"/>
              <a:ext cx="668210" cy="823238"/>
            </a:xfrm>
            <a:custGeom>
              <a:avLst/>
              <a:gdLst/>
              <a:ahLst/>
              <a:cxnLst/>
              <a:rect l="l" t="t" r="r" b="b"/>
              <a:pathLst>
                <a:path w="46818" h="57680" extrusionOk="0">
                  <a:moveTo>
                    <a:pt x="6115" y="1"/>
                  </a:moveTo>
                  <a:lnTo>
                    <a:pt x="0" y="27068"/>
                  </a:lnTo>
                  <a:lnTo>
                    <a:pt x="7569" y="47720"/>
                  </a:lnTo>
                  <a:cubicBezTo>
                    <a:pt x="9862" y="53914"/>
                    <a:pt x="15714" y="57680"/>
                    <a:pt x="21866" y="57680"/>
                  </a:cubicBezTo>
                  <a:cubicBezTo>
                    <a:pt x="24054" y="57680"/>
                    <a:pt x="26279" y="57204"/>
                    <a:pt x="28396" y="56191"/>
                  </a:cubicBezTo>
                  <a:lnTo>
                    <a:pt x="46817" y="47369"/>
                  </a:lnTo>
                  <a:lnTo>
                    <a:pt x="46817" y="47369"/>
                  </a:lnTo>
                  <a:cubicBezTo>
                    <a:pt x="46817" y="47369"/>
                    <a:pt x="46756" y="47385"/>
                    <a:pt x="46640" y="47385"/>
                  </a:cubicBezTo>
                  <a:cubicBezTo>
                    <a:pt x="45768" y="47385"/>
                    <a:pt x="41804" y="46467"/>
                    <a:pt x="37644" y="30803"/>
                  </a:cubicBezTo>
                  <a:lnTo>
                    <a:pt x="25088" y="36216"/>
                  </a:lnTo>
                  <a:lnTo>
                    <a:pt x="11454" y="10477"/>
                  </a:lnTo>
                  <a:cubicBezTo>
                    <a:pt x="11454" y="10477"/>
                    <a:pt x="11454" y="5940"/>
                    <a:pt x="6115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3"/>
            <p:cNvSpPr/>
            <p:nvPr/>
          </p:nvSpPr>
          <p:spPr>
            <a:xfrm>
              <a:off x="5335415" y="2977758"/>
              <a:ext cx="191737" cy="94441"/>
            </a:xfrm>
            <a:custGeom>
              <a:avLst/>
              <a:gdLst/>
              <a:ahLst/>
              <a:cxnLst/>
              <a:rect l="l" t="t" r="r" b="b"/>
              <a:pathLst>
                <a:path w="13434" h="6617" fill="none" extrusionOk="0">
                  <a:moveTo>
                    <a:pt x="13434" y="0"/>
                  </a:moveTo>
                  <a:lnTo>
                    <a:pt x="0" y="6617"/>
                  </a:lnTo>
                </a:path>
              </a:pathLst>
            </a:custGeom>
            <a:noFill/>
            <a:ln w="8150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3"/>
            <p:cNvSpPr/>
            <p:nvPr/>
          </p:nvSpPr>
          <p:spPr>
            <a:xfrm>
              <a:off x="5451308" y="2950569"/>
              <a:ext cx="26133" cy="25762"/>
            </a:xfrm>
            <a:custGeom>
              <a:avLst/>
              <a:gdLst/>
              <a:ahLst/>
              <a:cxnLst/>
              <a:rect l="l" t="t" r="r" b="b"/>
              <a:pathLst>
                <a:path w="1831" h="1805" extrusionOk="0">
                  <a:moveTo>
                    <a:pt x="903" y="0"/>
                  </a:moveTo>
                  <a:cubicBezTo>
                    <a:pt x="402" y="0"/>
                    <a:pt x="1" y="401"/>
                    <a:pt x="1" y="903"/>
                  </a:cubicBezTo>
                  <a:cubicBezTo>
                    <a:pt x="1" y="1404"/>
                    <a:pt x="402" y="1805"/>
                    <a:pt x="903" y="1805"/>
                  </a:cubicBezTo>
                  <a:cubicBezTo>
                    <a:pt x="1404" y="1805"/>
                    <a:pt x="1830" y="1404"/>
                    <a:pt x="1830" y="903"/>
                  </a:cubicBezTo>
                  <a:cubicBezTo>
                    <a:pt x="1830" y="401"/>
                    <a:pt x="1404" y="0"/>
                    <a:pt x="9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3"/>
            <p:cNvSpPr/>
            <p:nvPr/>
          </p:nvSpPr>
          <p:spPr>
            <a:xfrm>
              <a:off x="5376192" y="2990989"/>
              <a:ext cx="26133" cy="26133"/>
            </a:xfrm>
            <a:custGeom>
              <a:avLst/>
              <a:gdLst/>
              <a:ahLst/>
              <a:cxnLst/>
              <a:rect l="l" t="t" r="r" b="b"/>
              <a:pathLst>
                <a:path w="1831" h="1831" extrusionOk="0">
                  <a:moveTo>
                    <a:pt x="903" y="0"/>
                  </a:moveTo>
                  <a:cubicBezTo>
                    <a:pt x="402" y="0"/>
                    <a:pt x="1" y="401"/>
                    <a:pt x="1" y="903"/>
                  </a:cubicBezTo>
                  <a:cubicBezTo>
                    <a:pt x="1" y="1404"/>
                    <a:pt x="402" y="1830"/>
                    <a:pt x="903" y="1830"/>
                  </a:cubicBezTo>
                  <a:cubicBezTo>
                    <a:pt x="1404" y="1830"/>
                    <a:pt x="1830" y="1404"/>
                    <a:pt x="1830" y="903"/>
                  </a:cubicBezTo>
                  <a:cubicBezTo>
                    <a:pt x="1830" y="401"/>
                    <a:pt x="1404" y="0"/>
                    <a:pt x="9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3"/>
            <p:cNvSpPr/>
            <p:nvPr/>
          </p:nvSpPr>
          <p:spPr>
            <a:xfrm>
              <a:off x="5172295" y="2887613"/>
              <a:ext cx="115193" cy="51524"/>
            </a:xfrm>
            <a:custGeom>
              <a:avLst/>
              <a:gdLst/>
              <a:ahLst/>
              <a:cxnLst/>
              <a:rect l="l" t="t" r="r" b="b"/>
              <a:pathLst>
                <a:path w="8071" h="3610" fill="none" extrusionOk="0">
                  <a:moveTo>
                    <a:pt x="8071" y="0"/>
                  </a:moveTo>
                  <a:lnTo>
                    <a:pt x="1" y="3609"/>
                  </a:lnTo>
                </a:path>
              </a:pathLst>
            </a:custGeom>
            <a:noFill/>
            <a:ln w="8150" cap="flat" cmpd="sng">
              <a:solidFill>
                <a:srgbClr val="141D30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3"/>
            <p:cNvSpPr/>
            <p:nvPr/>
          </p:nvSpPr>
          <p:spPr>
            <a:xfrm>
              <a:off x="5139025" y="2882603"/>
              <a:ext cx="118419" cy="5024"/>
            </a:xfrm>
            <a:custGeom>
              <a:avLst/>
              <a:gdLst/>
              <a:ahLst/>
              <a:cxnLst/>
              <a:rect l="l" t="t" r="r" b="b"/>
              <a:pathLst>
                <a:path w="8297" h="352" fill="none" extrusionOk="0">
                  <a:moveTo>
                    <a:pt x="8297" y="0"/>
                  </a:moveTo>
                  <a:lnTo>
                    <a:pt x="1" y="351"/>
                  </a:lnTo>
                </a:path>
              </a:pathLst>
            </a:custGeom>
            <a:noFill/>
            <a:ln w="8150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43"/>
            <p:cNvSpPr/>
            <p:nvPr/>
          </p:nvSpPr>
          <p:spPr>
            <a:xfrm>
              <a:off x="5713508" y="2718769"/>
              <a:ext cx="99094" cy="28631"/>
            </a:xfrm>
            <a:custGeom>
              <a:avLst/>
              <a:gdLst/>
              <a:ahLst/>
              <a:cxnLst/>
              <a:rect l="l" t="t" r="r" b="b"/>
              <a:pathLst>
                <a:path w="6943" h="2006" fill="none" extrusionOk="0">
                  <a:moveTo>
                    <a:pt x="6943" y="1"/>
                  </a:moveTo>
                  <a:lnTo>
                    <a:pt x="1805" y="1855"/>
                  </a:lnTo>
                  <a:lnTo>
                    <a:pt x="1" y="2006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43"/>
            <p:cNvSpPr/>
            <p:nvPr/>
          </p:nvSpPr>
          <p:spPr>
            <a:xfrm>
              <a:off x="5722100" y="2749541"/>
              <a:ext cx="92657" cy="25405"/>
            </a:xfrm>
            <a:custGeom>
              <a:avLst/>
              <a:gdLst/>
              <a:ahLst/>
              <a:cxnLst/>
              <a:rect l="l" t="t" r="r" b="b"/>
              <a:pathLst>
                <a:path w="6492" h="1780" fill="none" extrusionOk="0">
                  <a:moveTo>
                    <a:pt x="6491" y="0"/>
                  </a:moveTo>
                  <a:lnTo>
                    <a:pt x="3033" y="1504"/>
                  </a:lnTo>
                  <a:lnTo>
                    <a:pt x="0" y="178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43"/>
            <p:cNvSpPr/>
            <p:nvPr/>
          </p:nvSpPr>
          <p:spPr>
            <a:xfrm>
              <a:off x="5709940" y="2737010"/>
              <a:ext cx="15743" cy="54749"/>
            </a:xfrm>
            <a:custGeom>
              <a:avLst/>
              <a:gdLst/>
              <a:ahLst/>
              <a:cxnLst/>
              <a:rect l="l" t="t" r="r" b="b"/>
              <a:pathLst>
                <a:path w="1103" h="3836" fill="none" extrusionOk="0">
                  <a:moveTo>
                    <a:pt x="0" y="1"/>
                  </a:moveTo>
                  <a:lnTo>
                    <a:pt x="1103" y="3836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43"/>
            <p:cNvSpPr/>
            <p:nvPr/>
          </p:nvSpPr>
          <p:spPr>
            <a:xfrm>
              <a:off x="5640176" y="2759903"/>
              <a:ext cx="73346" cy="26490"/>
            </a:xfrm>
            <a:custGeom>
              <a:avLst/>
              <a:gdLst/>
              <a:ahLst/>
              <a:cxnLst/>
              <a:rect l="l" t="t" r="r" b="b"/>
              <a:pathLst>
                <a:path w="5139" h="1856" fill="none" extrusionOk="0">
                  <a:moveTo>
                    <a:pt x="5139" y="1856"/>
                  </a:moveTo>
                  <a:cubicBezTo>
                    <a:pt x="4011" y="978"/>
                    <a:pt x="1906" y="1"/>
                    <a:pt x="1" y="1279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43"/>
            <p:cNvSpPr/>
            <p:nvPr/>
          </p:nvSpPr>
          <p:spPr>
            <a:xfrm>
              <a:off x="4494793" y="2135709"/>
              <a:ext cx="154557" cy="176365"/>
            </a:xfrm>
            <a:custGeom>
              <a:avLst/>
              <a:gdLst/>
              <a:ahLst/>
              <a:cxnLst/>
              <a:rect l="l" t="t" r="r" b="b"/>
              <a:pathLst>
                <a:path w="10829" h="12357" extrusionOk="0">
                  <a:moveTo>
                    <a:pt x="527" y="0"/>
                  </a:moveTo>
                  <a:lnTo>
                    <a:pt x="1" y="9173"/>
                  </a:lnTo>
                  <a:lnTo>
                    <a:pt x="5415" y="12356"/>
                  </a:lnTo>
                  <a:lnTo>
                    <a:pt x="10828" y="9173"/>
                  </a:lnTo>
                  <a:lnTo>
                    <a:pt x="1030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43"/>
            <p:cNvSpPr/>
            <p:nvPr/>
          </p:nvSpPr>
          <p:spPr>
            <a:xfrm>
              <a:off x="4535584" y="2288810"/>
              <a:ext cx="72975" cy="60101"/>
            </a:xfrm>
            <a:custGeom>
              <a:avLst/>
              <a:gdLst/>
              <a:ahLst/>
              <a:cxnLst/>
              <a:rect l="l" t="t" r="r" b="b"/>
              <a:pathLst>
                <a:path w="5113" h="4211" extrusionOk="0">
                  <a:moveTo>
                    <a:pt x="0" y="0"/>
                  </a:moveTo>
                  <a:lnTo>
                    <a:pt x="1253" y="4211"/>
                  </a:lnTo>
                  <a:lnTo>
                    <a:pt x="3860" y="4211"/>
                  </a:lnTo>
                  <a:lnTo>
                    <a:pt x="51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43"/>
            <p:cNvSpPr/>
            <p:nvPr/>
          </p:nvSpPr>
          <p:spPr>
            <a:xfrm>
              <a:off x="4430410" y="2053386"/>
              <a:ext cx="71206" cy="67880"/>
            </a:xfrm>
            <a:custGeom>
              <a:avLst/>
              <a:gdLst/>
              <a:ahLst/>
              <a:cxnLst/>
              <a:rect l="l" t="t" r="r" b="b"/>
              <a:pathLst>
                <a:path w="4989" h="4756" extrusionOk="0">
                  <a:moveTo>
                    <a:pt x="2235" y="1"/>
                  </a:moveTo>
                  <a:cubicBezTo>
                    <a:pt x="1941" y="1"/>
                    <a:pt x="1649" y="66"/>
                    <a:pt x="1379" y="204"/>
                  </a:cubicBezTo>
                  <a:cubicBezTo>
                    <a:pt x="352" y="756"/>
                    <a:pt x="1" y="2159"/>
                    <a:pt x="627" y="3362"/>
                  </a:cubicBezTo>
                  <a:cubicBezTo>
                    <a:pt x="1088" y="4228"/>
                    <a:pt x="1927" y="4755"/>
                    <a:pt x="2747" y="4755"/>
                  </a:cubicBezTo>
                  <a:cubicBezTo>
                    <a:pt x="3044" y="4755"/>
                    <a:pt x="3337" y="4686"/>
                    <a:pt x="3610" y="4540"/>
                  </a:cubicBezTo>
                  <a:cubicBezTo>
                    <a:pt x="4662" y="4014"/>
                    <a:pt x="4988" y="2610"/>
                    <a:pt x="4362" y="1407"/>
                  </a:cubicBezTo>
                  <a:cubicBezTo>
                    <a:pt x="3918" y="520"/>
                    <a:pt x="3065" y="1"/>
                    <a:pt x="2235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43"/>
            <p:cNvSpPr/>
            <p:nvPr/>
          </p:nvSpPr>
          <p:spPr>
            <a:xfrm>
              <a:off x="4449007" y="2062020"/>
              <a:ext cx="41162" cy="21480"/>
            </a:xfrm>
            <a:custGeom>
              <a:avLst/>
              <a:gdLst/>
              <a:ahLst/>
              <a:cxnLst/>
              <a:rect l="l" t="t" r="r" b="b"/>
              <a:pathLst>
                <a:path w="2884" h="1505" fill="none" extrusionOk="0">
                  <a:moveTo>
                    <a:pt x="1" y="1429"/>
                  </a:moveTo>
                  <a:cubicBezTo>
                    <a:pt x="277" y="126"/>
                    <a:pt x="1705" y="0"/>
                    <a:pt x="2883" y="1504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43"/>
            <p:cNvSpPr/>
            <p:nvPr/>
          </p:nvSpPr>
          <p:spPr>
            <a:xfrm>
              <a:off x="4642528" y="2053386"/>
              <a:ext cx="71206" cy="67880"/>
            </a:xfrm>
            <a:custGeom>
              <a:avLst/>
              <a:gdLst/>
              <a:ahLst/>
              <a:cxnLst/>
              <a:rect l="l" t="t" r="r" b="b"/>
              <a:pathLst>
                <a:path w="4989" h="4756" extrusionOk="0">
                  <a:moveTo>
                    <a:pt x="2754" y="1"/>
                  </a:moveTo>
                  <a:cubicBezTo>
                    <a:pt x="1924" y="1"/>
                    <a:pt x="1071" y="520"/>
                    <a:pt x="627" y="1407"/>
                  </a:cubicBezTo>
                  <a:cubicBezTo>
                    <a:pt x="1" y="2610"/>
                    <a:pt x="327" y="4014"/>
                    <a:pt x="1379" y="4540"/>
                  </a:cubicBezTo>
                  <a:cubicBezTo>
                    <a:pt x="1652" y="4686"/>
                    <a:pt x="1945" y="4755"/>
                    <a:pt x="2242" y="4755"/>
                  </a:cubicBezTo>
                  <a:cubicBezTo>
                    <a:pt x="3062" y="4755"/>
                    <a:pt x="3901" y="4228"/>
                    <a:pt x="4362" y="3362"/>
                  </a:cubicBezTo>
                  <a:cubicBezTo>
                    <a:pt x="4988" y="2159"/>
                    <a:pt x="4637" y="756"/>
                    <a:pt x="3610" y="204"/>
                  </a:cubicBezTo>
                  <a:cubicBezTo>
                    <a:pt x="3340" y="66"/>
                    <a:pt x="3048" y="1"/>
                    <a:pt x="2754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43"/>
            <p:cNvSpPr/>
            <p:nvPr/>
          </p:nvSpPr>
          <p:spPr>
            <a:xfrm>
              <a:off x="4653974" y="2062020"/>
              <a:ext cx="41162" cy="21480"/>
            </a:xfrm>
            <a:custGeom>
              <a:avLst/>
              <a:gdLst/>
              <a:ahLst/>
              <a:cxnLst/>
              <a:rect l="l" t="t" r="r" b="b"/>
              <a:pathLst>
                <a:path w="2884" h="1505" fill="none" extrusionOk="0">
                  <a:moveTo>
                    <a:pt x="2883" y="1429"/>
                  </a:moveTo>
                  <a:cubicBezTo>
                    <a:pt x="2607" y="126"/>
                    <a:pt x="1179" y="0"/>
                    <a:pt x="1" y="1504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43"/>
            <p:cNvSpPr/>
            <p:nvPr/>
          </p:nvSpPr>
          <p:spPr>
            <a:xfrm>
              <a:off x="4469759" y="1970448"/>
              <a:ext cx="204625" cy="216785"/>
            </a:xfrm>
            <a:custGeom>
              <a:avLst/>
              <a:gdLst/>
              <a:ahLst/>
              <a:cxnLst/>
              <a:rect l="l" t="t" r="r" b="b"/>
              <a:pathLst>
                <a:path w="14337" h="15189" extrusionOk="0">
                  <a:moveTo>
                    <a:pt x="2507" y="0"/>
                  </a:moveTo>
                  <a:cubicBezTo>
                    <a:pt x="1955" y="0"/>
                    <a:pt x="1529" y="477"/>
                    <a:pt x="1630" y="1028"/>
                  </a:cubicBezTo>
                  <a:cubicBezTo>
                    <a:pt x="1805" y="2306"/>
                    <a:pt x="1429" y="3609"/>
                    <a:pt x="577" y="4587"/>
                  </a:cubicBezTo>
                  <a:lnTo>
                    <a:pt x="1" y="5238"/>
                  </a:lnTo>
                  <a:cubicBezTo>
                    <a:pt x="402" y="13384"/>
                    <a:pt x="5164" y="15188"/>
                    <a:pt x="7169" y="15188"/>
                  </a:cubicBezTo>
                  <a:cubicBezTo>
                    <a:pt x="9174" y="15188"/>
                    <a:pt x="13935" y="13384"/>
                    <a:pt x="14336" y="5238"/>
                  </a:cubicBezTo>
                  <a:lnTo>
                    <a:pt x="13760" y="4587"/>
                  </a:lnTo>
                  <a:cubicBezTo>
                    <a:pt x="12908" y="3609"/>
                    <a:pt x="12532" y="2306"/>
                    <a:pt x="12707" y="1028"/>
                  </a:cubicBezTo>
                  <a:cubicBezTo>
                    <a:pt x="12808" y="477"/>
                    <a:pt x="12382" y="0"/>
                    <a:pt x="1183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43"/>
            <p:cNvSpPr/>
            <p:nvPr/>
          </p:nvSpPr>
          <p:spPr>
            <a:xfrm>
              <a:off x="4509822" y="2048790"/>
              <a:ext cx="40791" cy="12888"/>
            </a:xfrm>
            <a:custGeom>
              <a:avLst/>
              <a:gdLst/>
              <a:ahLst/>
              <a:cxnLst/>
              <a:rect l="l" t="t" r="r" b="b"/>
              <a:pathLst>
                <a:path w="2858" h="903" fill="none" extrusionOk="0">
                  <a:moveTo>
                    <a:pt x="1" y="75"/>
                  </a:moveTo>
                  <a:cubicBezTo>
                    <a:pt x="627" y="902"/>
                    <a:pt x="1981" y="877"/>
                    <a:pt x="2858" y="0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43"/>
            <p:cNvSpPr/>
            <p:nvPr/>
          </p:nvSpPr>
          <p:spPr>
            <a:xfrm>
              <a:off x="4503029" y="2012295"/>
              <a:ext cx="49740" cy="10034"/>
            </a:xfrm>
            <a:custGeom>
              <a:avLst/>
              <a:gdLst/>
              <a:ahLst/>
              <a:cxnLst/>
              <a:rect l="l" t="t" r="r" b="b"/>
              <a:pathLst>
                <a:path w="3485" h="703" fill="none" extrusionOk="0">
                  <a:moveTo>
                    <a:pt x="0" y="702"/>
                  </a:moveTo>
                  <a:cubicBezTo>
                    <a:pt x="1128" y="101"/>
                    <a:pt x="2381" y="1"/>
                    <a:pt x="3484" y="702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43"/>
            <p:cNvSpPr/>
            <p:nvPr/>
          </p:nvSpPr>
          <p:spPr>
            <a:xfrm>
              <a:off x="4593530" y="2048790"/>
              <a:ext cx="40791" cy="12888"/>
            </a:xfrm>
            <a:custGeom>
              <a:avLst/>
              <a:gdLst/>
              <a:ahLst/>
              <a:cxnLst/>
              <a:rect l="l" t="t" r="r" b="b"/>
              <a:pathLst>
                <a:path w="2858" h="903" fill="none" extrusionOk="0">
                  <a:moveTo>
                    <a:pt x="2857" y="75"/>
                  </a:moveTo>
                  <a:cubicBezTo>
                    <a:pt x="2231" y="902"/>
                    <a:pt x="877" y="877"/>
                    <a:pt x="0" y="0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43"/>
            <p:cNvSpPr/>
            <p:nvPr/>
          </p:nvSpPr>
          <p:spPr>
            <a:xfrm>
              <a:off x="4591375" y="2012295"/>
              <a:ext cx="49740" cy="10034"/>
            </a:xfrm>
            <a:custGeom>
              <a:avLst/>
              <a:gdLst/>
              <a:ahLst/>
              <a:cxnLst/>
              <a:rect l="l" t="t" r="r" b="b"/>
              <a:pathLst>
                <a:path w="3485" h="703" fill="none" extrusionOk="0">
                  <a:moveTo>
                    <a:pt x="3485" y="702"/>
                  </a:moveTo>
                  <a:cubicBezTo>
                    <a:pt x="2357" y="101"/>
                    <a:pt x="1104" y="1"/>
                    <a:pt x="1" y="702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43"/>
            <p:cNvSpPr/>
            <p:nvPr/>
          </p:nvSpPr>
          <p:spPr>
            <a:xfrm>
              <a:off x="4567412" y="2036615"/>
              <a:ext cx="19339" cy="42946"/>
            </a:xfrm>
            <a:custGeom>
              <a:avLst/>
              <a:gdLst/>
              <a:ahLst/>
              <a:cxnLst/>
              <a:rect l="l" t="t" r="r" b="b"/>
              <a:pathLst>
                <a:path w="1355" h="3009" fill="none" extrusionOk="0">
                  <a:moveTo>
                    <a:pt x="1" y="1"/>
                  </a:moveTo>
                  <a:lnTo>
                    <a:pt x="1" y="3008"/>
                  </a:lnTo>
                  <a:lnTo>
                    <a:pt x="1354" y="2733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43"/>
            <p:cNvSpPr/>
            <p:nvPr/>
          </p:nvSpPr>
          <p:spPr>
            <a:xfrm>
              <a:off x="4538795" y="2093491"/>
              <a:ext cx="66553" cy="18269"/>
            </a:xfrm>
            <a:custGeom>
              <a:avLst/>
              <a:gdLst/>
              <a:ahLst/>
              <a:cxnLst/>
              <a:rect l="l" t="t" r="r" b="b"/>
              <a:pathLst>
                <a:path w="4663" h="1280" fill="none" extrusionOk="0">
                  <a:moveTo>
                    <a:pt x="1" y="1"/>
                  </a:moveTo>
                  <a:cubicBezTo>
                    <a:pt x="1" y="1"/>
                    <a:pt x="1830" y="1279"/>
                    <a:pt x="4662" y="1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43"/>
            <p:cNvSpPr/>
            <p:nvPr/>
          </p:nvSpPr>
          <p:spPr>
            <a:xfrm>
              <a:off x="4560618" y="2119610"/>
              <a:ext cx="22907" cy="14"/>
            </a:xfrm>
            <a:custGeom>
              <a:avLst/>
              <a:gdLst/>
              <a:ahLst/>
              <a:cxnLst/>
              <a:rect l="l" t="t" r="r" b="b"/>
              <a:pathLst>
                <a:path w="1605" h="1" fill="none" extrusionOk="0">
                  <a:moveTo>
                    <a:pt x="1" y="1"/>
                  </a:moveTo>
                  <a:lnTo>
                    <a:pt x="1605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43"/>
            <p:cNvSpPr/>
            <p:nvPr/>
          </p:nvSpPr>
          <p:spPr>
            <a:xfrm>
              <a:off x="4457242" y="2243024"/>
              <a:ext cx="105888" cy="99094"/>
            </a:xfrm>
            <a:custGeom>
              <a:avLst/>
              <a:gdLst/>
              <a:ahLst/>
              <a:cxnLst/>
              <a:rect l="l" t="t" r="r" b="b"/>
              <a:pathLst>
                <a:path w="7419" h="6943" extrusionOk="0">
                  <a:moveTo>
                    <a:pt x="1454" y="0"/>
                  </a:moveTo>
                  <a:lnTo>
                    <a:pt x="0" y="2682"/>
                  </a:lnTo>
                  <a:lnTo>
                    <a:pt x="5665" y="6943"/>
                  </a:lnTo>
                  <a:lnTo>
                    <a:pt x="7419" y="320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43"/>
            <p:cNvSpPr/>
            <p:nvPr/>
          </p:nvSpPr>
          <p:spPr>
            <a:xfrm>
              <a:off x="4581013" y="2243024"/>
              <a:ext cx="105888" cy="99094"/>
            </a:xfrm>
            <a:custGeom>
              <a:avLst/>
              <a:gdLst/>
              <a:ahLst/>
              <a:cxnLst/>
              <a:rect l="l" t="t" r="r" b="b"/>
              <a:pathLst>
                <a:path w="7419" h="6943" extrusionOk="0">
                  <a:moveTo>
                    <a:pt x="5965" y="0"/>
                  </a:moveTo>
                  <a:lnTo>
                    <a:pt x="0" y="3208"/>
                  </a:lnTo>
                  <a:lnTo>
                    <a:pt x="1754" y="6943"/>
                  </a:lnTo>
                  <a:lnTo>
                    <a:pt x="7419" y="2682"/>
                  </a:lnTo>
                  <a:lnTo>
                    <a:pt x="596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43"/>
            <p:cNvSpPr/>
            <p:nvPr/>
          </p:nvSpPr>
          <p:spPr>
            <a:xfrm>
              <a:off x="4553468" y="2348898"/>
              <a:ext cx="520118" cy="370514"/>
            </a:xfrm>
            <a:custGeom>
              <a:avLst/>
              <a:gdLst/>
              <a:ahLst/>
              <a:cxnLst/>
              <a:rect l="l" t="t" r="r" b="b"/>
              <a:pathLst>
                <a:path w="36442" h="25960" extrusionOk="0">
                  <a:moveTo>
                    <a:pt x="0" y="1"/>
                  </a:moveTo>
                  <a:cubicBezTo>
                    <a:pt x="0" y="1"/>
                    <a:pt x="201" y="7119"/>
                    <a:pt x="2281" y="10878"/>
                  </a:cubicBezTo>
                  <a:cubicBezTo>
                    <a:pt x="5990" y="17595"/>
                    <a:pt x="14136" y="16216"/>
                    <a:pt x="16216" y="19299"/>
                  </a:cubicBezTo>
                  <a:cubicBezTo>
                    <a:pt x="18031" y="21990"/>
                    <a:pt x="19962" y="25959"/>
                    <a:pt x="26988" y="25959"/>
                  </a:cubicBezTo>
                  <a:cubicBezTo>
                    <a:pt x="28013" y="25959"/>
                    <a:pt x="29145" y="25875"/>
                    <a:pt x="30401" y="25690"/>
                  </a:cubicBezTo>
                  <a:lnTo>
                    <a:pt x="36441" y="19775"/>
                  </a:lnTo>
                  <a:lnTo>
                    <a:pt x="30176" y="16868"/>
                  </a:lnTo>
                  <a:cubicBezTo>
                    <a:pt x="30176" y="16868"/>
                    <a:pt x="28975" y="17374"/>
                    <a:pt x="27428" y="17374"/>
                  </a:cubicBezTo>
                  <a:cubicBezTo>
                    <a:pt x="26052" y="17374"/>
                    <a:pt x="24404" y="16974"/>
                    <a:pt x="23083" y="15465"/>
                  </a:cubicBezTo>
                  <a:cubicBezTo>
                    <a:pt x="20401" y="12427"/>
                    <a:pt x="18079" y="11344"/>
                    <a:pt x="14499" y="11344"/>
                  </a:cubicBezTo>
                  <a:cubicBezTo>
                    <a:pt x="14299" y="11344"/>
                    <a:pt x="14094" y="11348"/>
                    <a:pt x="13885" y="11354"/>
                  </a:cubicBezTo>
                  <a:cubicBezTo>
                    <a:pt x="13781" y="11357"/>
                    <a:pt x="13676" y="11359"/>
                    <a:pt x="13569" y="11359"/>
                  </a:cubicBezTo>
                  <a:cubicBezTo>
                    <a:pt x="9588" y="11359"/>
                    <a:pt x="3388" y="9031"/>
                    <a:pt x="2607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3"/>
            <p:cNvSpPr/>
            <p:nvPr/>
          </p:nvSpPr>
          <p:spPr>
            <a:xfrm>
              <a:off x="3330935" y="2718769"/>
              <a:ext cx="99094" cy="28631"/>
            </a:xfrm>
            <a:custGeom>
              <a:avLst/>
              <a:gdLst/>
              <a:ahLst/>
              <a:cxnLst/>
              <a:rect l="l" t="t" r="r" b="b"/>
              <a:pathLst>
                <a:path w="6943" h="2006" fill="none" extrusionOk="0">
                  <a:moveTo>
                    <a:pt x="0" y="1"/>
                  </a:moveTo>
                  <a:lnTo>
                    <a:pt x="5138" y="1855"/>
                  </a:lnTo>
                  <a:lnTo>
                    <a:pt x="6943" y="2006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43"/>
            <p:cNvSpPr/>
            <p:nvPr/>
          </p:nvSpPr>
          <p:spPr>
            <a:xfrm>
              <a:off x="3329137" y="2749541"/>
              <a:ext cx="92300" cy="25405"/>
            </a:xfrm>
            <a:custGeom>
              <a:avLst/>
              <a:gdLst/>
              <a:ahLst/>
              <a:cxnLst/>
              <a:rect l="l" t="t" r="r" b="b"/>
              <a:pathLst>
                <a:path w="6467" h="1780" fill="none" extrusionOk="0">
                  <a:moveTo>
                    <a:pt x="1" y="0"/>
                  </a:moveTo>
                  <a:lnTo>
                    <a:pt x="3434" y="1504"/>
                  </a:lnTo>
                  <a:lnTo>
                    <a:pt x="6467" y="178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7" name="Google Shape;2547;p69"/>
          <p:cNvSpPr txBox="1">
            <a:spLocks noGrp="1"/>
          </p:cNvSpPr>
          <p:nvPr>
            <p:ph type="title"/>
          </p:nvPr>
        </p:nvSpPr>
        <p:spPr>
          <a:xfrm>
            <a:off x="5537000" y="1005840"/>
            <a:ext cx="3165040" cy="96537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Авторизация</a:t>
            </a:r>
            <a:br>
              <a:rPr lang="ru-RU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ru-RU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Пользователя</a:t>
            </a:r>
            <a:endParaRPr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548" name="Google Shape;2548;p69"/>
          <p:cNvSpPr txBox="1">
            <a:spLocks noGrp="1"/>
          </p:cNvSpPr>
          <p:nvPr>
            <p:ph type="subTitle" idx="1"/>
          </p:nvPr>
        </p:nvSpPr>
        <p:spPr>
          <a:xfrm>
            <a:off x="5537000" y="2215050"/>
            <a:ext cx="2894100" cy="130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Начальный экран, в котором можно войти в приложение или зарегистрироваться</a:t>
            </a:r>
          </a:p>
        </p:txBody>
      </p:sp>
      <p:grpSp>
        <p:nvGrpSpPr>
          <p:cNvPr id="2550" name="Google Shape;2550;p69"/>
          <p:cNvGrpSpPr/>
          <p:nvPr/>
        </p:nvGrpSpPr>
        <p:grpSpPr>
          <a:xfrm>
            <a:off x="983343" y="3508828"/>
            <a:ext cx="3311448" cy="326519"/>
            <a:chOff x="4841943" y="3886997"/>
            <a:chExt cx="3311448" cy="326519"/>
          </a:xfrm>
        </p:grpSpPr>
        <p:grpSp>
          <p:nvGrpSpPr>
            <p:cNvPr id="2551" name="Google Shape;2551;p69"/>
            <p:cNvGrpSpPr/>
            <p:nvPr/>
          </p:nvGrpSpPr>
          <p:grpSpPr>
            <a:xfrm>
              <a:off x="4841949" y="3886997"/>
              <a:ext cx="3311442" cy="95507"/>
              <a:chOff x="5238562" y="4064338"/>
              <a:chExt cx="2868043" cy="82719"/>
            </a:xfrm>
          </p:grpSpPr>
          <p:sp>
            <p:nvSpPr>
              <p:cNvPr id="2552" name="Google Shape;2552;p69"/>
              <p:cNvSpPr/>
              <p:nvPr/>
            </p:nvSpPr>
            <p:spPr>
              <a:xfrm>
                <a:off x="5238825" y="4091082"/>
                <a:ext cx="2867780" cy="29230"/>
              </a:xfrm>
              <a:custGeom>
                <a:avLst/>
                <a:gdLst/>
                <a:ahLst/>
                <a:cxnLst/>
                <a:rect l="l" t="t" r="r" b="b"/>
                <a:pathLst>
                  <a:path w="214976" h="1150" extrusionOk="0">
                    <a:moveTo>
                      <a:pt x="0" y="1"/>
                    </a:moveTo>
                    <a:lnTo>
                      <a:pt x="0" y="1149"/>
                    </a:lnTo>
                    <a:lnTo>
                      <a:pt x="214975" y="1149"/>
                    </a:lnTo>
                    <a:lnTo>
                      <a:pt x="21497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Google Shape;2553;p69"/>
              <p:cNvSpPr/>
              <p:nvPr/>
            </p:nvSpPr>
            <p:spPr>
              <a:xfrm>
                <a:off x="5238562" y="4091092"/>
                <a:ext cx="1052366" cy="29216"/>
              </a:xfrm>
              <a:custGeom>
                <a:avLst/>
                <a:gdLst/>
                <a:ahLst/>
                <a:cxnLst/>
                <a:rect l="l" t="t" r="r" b="b"/>
                <a:pathLst>
                  <a:path w="109110" h="1150" extrusionOk="0">
                    <a:moveTo>
                      <a:pt x="0" y="1"/>
                    </a:moveTo>
                    <a:lnTo>
                      <a:pt x="0" y="1149"/>
                    </a:lnTo>
                    <a:lnTo>
                      <a:pt x="109109" y="1149"/>
                    </a:lnTo>
                    <a:lnTo>
                      <a:pt x="10910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Google Shape;2554;p69"/>
              <p:cNvSpPr/>
              <p:nvPr/>
            </p:nvSpPr>
            <p:spPr>
              <a:xfrm>
                <a:off x="6244244" y="4064338"/>
                <a:ext cx="82693" cy="82719"/>
              </a:xfrm>
              <a:custGeom>
                <a:avLst/>
                <a:gdLst/>
                <a:ahLst/>
                <a:cxnLst/>
                <a:rect l="l" t="t" r="r" b="b"/>
                <a:pathLst>
                  <a:path w="3255" h="3256" extrusionOk="0">
                    <a:moveTo>
                      <a:pt x="1625" y="1"/>
                    </a:moveTo>
                    <a:cubicBezTo>
                      <a:pt x="728" y="1"/>
                      <a:pt x="1" y="729"/>
                      <a:pt x="1" y="1626"/>
                    </a:cubicBezTo>
                    <a:cubicBezTo>
                      <a:pt x="1" y="2527"/>
                      <a:pt x="728" y="3255"/>
                      <a:pt x="1625" y="3255"/>
                    </a:cubicBezTo>
                    <a:cubicBezTo>
                      <a:pt x="2527" y="3255"/>
                      <a:pt x="3254" y="2527"/>
                      <a:pt x="3254" y="1626"/>
                    </a:cubicBezTo>
                    <a:cubicBezTo>
                      <a:pt x="3254" y="729"/>
                      <a:pt x="2527" y="1"/>
                      <a:pt x="162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55" name="Google Shape;2555;p69"/>
            <p:cNvGrpSpPr/>
            <p:nvPr/>
          </p:nvGrpSpPr>
          <p:grpSpPr>
            <a:xfrm>
              <a:off x="4841943" y="4088524"/>
              <a:ext cx="1580463" cy="119299"/>
              <a:chOff x="950116" y="4374618"/>
              <a:chExt cx="1885769" cy="142345"/>
            </a:xfrm>
          </p:grpSpPr>
          <p:sp>
            <p:nvSpPr>
              <p:cNvPr id="2556" name="Google Shape;2556;p69"/>
              <p:cNvSpPr/>
              <p:nvPr/>
            </p:nvSpPr>
            <p:spPr>
              <a:xfrm>
                <a:off x="950116" y="4382213"/>
                <a:ext cx="127190" cy="127190"/>
              </a:xfrm>
              <a:custGeom>
                <a:avLst/>
                <a:gdLst/>
                <a:ahLst/>
                <a:cxnLst/>
                <a:rect l="l" t="t" r="r" b="b"/>
                <a:pathLst>
                  <a:path w="3634" h="3634" extrusionOk="0">
                    <a:moveTo>
                      <a:pt x="1" y="1"/>
                    </a:moveTo>
                    <a:lnTo>
                      <a:pt x="1" y="3633"/>
                    </a:lnTo>
                    <a:lnTo>
                      <a:pt x="3634" y="181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Google Shape;2557;p69"/>
              <p:cNvSpPr/>
              <p:nvPr/>
            </p:nvSpPr>
            <p:spPr>
              <a:xfrm>
                <a:off x="1239222" y="4399819"/>
                <a:ext cx="91980" cy="91945"/>
              </a:xfrm>
              <a:custGeom>
                <a:avLst/>
                <a:gdLst/>
                <a:ahLst/>
                <a:cxnLst/>
                <a:rect l="l" t="t" r="r" b="b"/>
                <a:pathLst>
                  <a:path w="2628" h="2627" extrusionOk="0">
                    <a:moveTo>
                      <a:pt x="1" y="0"/>
                    </a:moveTo>
                    <a:lnTo>
                      <a:pt x="1" y="2627"/>
                    </a:lnTo>
                    <a:lnTo>
                      <a:pt x="2628" y="131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Google Shape;2558;p69"/>
              <p:cNvSpPr/>
              <p:nvPr/>
            </p:nvSpPr>
            <p:spPr>
              <a:xfrm>
                <a:off x="1335509" y="4399819"/>
                <a:ext cx="11830" cy="91945"/>
              </a:xfrm>
              <a:custGeom>
                <a:avLst/>
                <a:gdLst/>
                <a:ahLst/>
                <a:cxnLst/>
                <a:rect l="l" t="t" r="r" b="b"/>
                <a:pathLst>
                  <a:path w="338" h="2627" extrusionOk="0">
                    <a:moveTo>
                      <a:pt x="0" y="0"/>
                    </a:moveTo>
                    <a:lnTo>
                      <a:pt x="0" y="2627"/>
                    </a:lnTo>
                    <a:lnTo>
                      <a:pt x="337" y="2627"/>
                    </a:lnTo>
                    <a:lnTo>
                      <a:pt x="3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Google Shape;2559;p69"/>
              <p:cNvSpPr/>
              <p:nvPr/>
            </p:nvSpPr>
            <p:spPr>
              <a:xfrm>
                <a:off x="1509218" y="4374618"/>
                <a:ext cx="96355" cy="142345"/>
              </a:xfrm>
              <a:custGeom>
                <a:avLst/>
                <a:gdLst/>
                <a:ahLst/>
                <a:cxnLst/>
                <a:rect l="l" t="t" r="r" b="b"/>
                <a:pathLst>
                  <a:path w="2753" h="4067" extrusionOk="0">
                    <a:moveTo>
                      <a:pt x="2752" y="1"/>
                    </a:moveTo>
                    <a:lnTo>
                      <a:pt x="1" y="2032"/>
                    </a:lnTo>
                    <a:lnTo>
                      <a:pt x="2752" y="4066"/>
                    </a:lnTo>
                    <a:lnTo>
                      <a:pt x="275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Google Shape;2560;p69"/>
              <p:cNvSpPr/>
              <p:nvPr/>
            </p:nvSpPr>
            <p:spPr>
              <a:xfrm>
                <a:off x="1509218" y="4410494"/>
                <a:ext cx="48545" cy="70455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2013" extrusionOk="0">
                    <a:moveTo>
                      <a:pt x="1" y="1"/>
                    </a:moveTo>
                    <a:lnTo>
                      <a:pt x="1" y="2013"/>
                    </a:lnTo>
                    <a:lnTo>
                      <a:pt x="1386" y="2013"/>
                    </a:lnTo>
                    <a:lnTo>
                      <a:pt x="138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Google Shape;2561;p69"/>
              <p:cNvSpPr/>
              <p:nvPr/>
            </p:nvSpPr>
            <p:spPr>
              <a:xfrm>
                <a:off x="1619855" y="4378013"/>
                <a:ext cx="54880" cy="135450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3870" extrusionOk="0">
                    <a:moveTo>
                      <a:pt x="1" y="0"/>
                    </a:moveTo>
                    <a:lnTo>
                      <a:pt x="1" y="426"/>
                    </a:lnTo>
                    <a:cubicBezTo>
                      <a:pt x="666" y="604"/>
                      <a:pt x="1161" y="1212"/>
                      <a:pt x="1161" y="1935"/>
                    </a:cubicBezTo>
                    <a:cubicBezTo>
                      <a:pt x="1161" y="2658"/>
                      <a:pt x="666" y="3266"/>
                      <a:pt x="1" y="3448"/>
                    </a:cubicBezTo>
                    <a:lnTo>
                      <a:pt x="1" y="3869"/>
                    </a:lnTo>
                    <a:cubicBezTo>
                      <a:pt x="895" y="3680"/>
                      <a:pt x="1568" y="2887"/>
                      <a:pt x="1568" y="1935"/>
                    </a:cubicBezTo>
                    <a:cubicBezTo>
                      <a:pt x="1568" y="983"/>
                      <a:pt x="895" y="19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Google Shape;2562;p69"/>
              <p:cNvSpPr/>
              <p:nvPr/>
            </p:nvSpPr>
            <p:spPr>
              <a:xfrm>
                <a:off x="1619855" y="4411859"/>
                <a:ext cx="27545" cy="67725"/>
              </a:xfrm>
              <a:custGeom>
                <a:avLst/>
                <a:gdLst/>
                <a:ahLst/>
                <a:cxnLst/>
                <a:rect l="l" t="t" r="r" b="b"/>
                <a:pathLst>
                  <a:path w="787" h="1935" extrusionOk="0">
                    <a:moveTo>
                      <a:pt x="1" y="1"/>
                    </a:moveTo>
                    <a:lnTo>
                      <a:pt x="1" y="1935"/>
                    </a:lnTo>
                    <a:cubicBezTo>
                      <a:pt x="450" y="1842"/>
                      <a:pt x="786" y="1444"/>
                      <a:pt x="786" y="968"/>
                    </a:cubicBezTo>
                    <a:cubicBezTo>
                      <a:pt x="786" y="492"/>
                      <a:pt x="450" y="97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Google Shape;2563;p69"/>
              <p:cNvSpPr/>
              <p:nvPr/>
            </p:nvSpPr>
            <p:spPr>
              <a:xfrm>
                <a:off x="1708302" y="4429849"/>
                <a:ext cx="397845" cy="31745"/>
              </a:xfrm>
              <a:custGeom>
                <a:avLst/>
                <a:gdLst/>
                <a:ahLst/>
                <a:cxnLst/>
                <a:rect l="l" t="t" r="r" b="b"/>
                <a:pathLst>
                  <a:path w="11367" h="907" extrusionOk="0">
                    <a:moveTo>
                      <a:pt x="0" y="1"/>
                    </a:moveTo>
                    <a:lnTo>
                      <a:pt x="0" y="906"/>
                    </a:lnTo>
                    <a:lnTo>
                      <a:pt x="11367" y="906"/>
                    </a:lnTo>
                    <a:lnTo>
                      <a:pt x="1136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Google Shape;2564;p69"/>
              <p:cNvSpPr/>
              <p:nvPr/>
            </p:nvSpPr>
            <p:spPr>
              <a:xfrm>
                <a:off x="2061320" y="4400904"/>
                <a:ext cx="89670" cy="89670"/>
              </a:xfrm>
              <a:custGeom>
                <a:avLst/>
                <a:gdLst/>
                <a:ahLst/>
                <a:cxnLst/>
                <a:rect l="l" t="t" r="r" b="b"/>
                <a:pathLst>
                  <a:path w="2562" h="2562" extrusionOk="0">
                    <a:moveTo>
                      <a:pt x="1281" y="1"/>
                    </a:moveTo>
                    <a:cubicBezTo>
                      <a:pt x="573" y="1"/>
                      <a:pt x="1" y="576"/>
                      <a:pt x="1" y="1281"/>
                    </a:cubicBezTo>
                    <a:cubicBezTo>
                      <a:pt x="1" y="1989"/>
                      <a:pt x="573" y="2562"/>
                      <a:pt x="1281" y="2562"/>
                    </a:cubicBezTo>
                    <a:cubicBezTo>
                      <a:pt x="1989" y="2562"/>
                      <a:pt x="2561" y="1989"/>
                      <a:pt x="2561" y="1281"/>
                    </a:cubicBezTo>
                    <a:cubicBezTo>
                      <a:pt x="2561" y="576"/>
                      <a:pt x="1989" y="1"/>
                      <a:pt x="128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Google Shape;2565;p69"/>
              <p:cNvSpPr/>
              <p:nvPr/>
            </p:nvSpPr>
            <p:spPr>
              <a:xfrm>
                <a:off x="2317245" y="4405769"/>
                <a:ext cx="54740" cy="83300"/>
              </a:xfrm>
              <a:custGeom>
                <a:avLst/>
                <a:gdLst/>
                <a:ahLst/>
                <a:cxnLst/>
                <a:rect l="l" t="t" r="r" b="b"/>
                <a:pathLst>
                  <a:path w="1564" h="2380" extrusionOk="0">
                    <a:moveTo>
                      <a:pt x="786" y="241"/>
                    </a:moveTo>
                    <a:cubicBezTo>
                      <a:pt x="1107" y="241"/>
                      <a:pt x="1250" y="616"/>
                      <a:pt x="1250" y="1180"/>
                    </a:cubicBezTo>
                    <a:cubicBezTo>
                      <a:pt x="1250" y="1769"/>
                      <a:pt x="1099" y="2140"/>
                      <a:pt x="782" y="2140"/>
                    </a:cubicBezTo>
                    <a:cubicBezTo>
                      <a:pt x="496" y="2140"/>
                      <a:pt x="314" y="1799"/>
                      <a:pt x="314" y="1200"/>
                    </a:cubicBezTo>
                    <a:cubicBezTo>
                      <a:pt x="314" y="573"/>
                      <a:pt x="511" y="241"/>
                      <a:pt x="786" y="241"/>
                    </a:cubicBezTo>
                    <a:close/>
                    <a:moveTo>
                      <a:pt x="801" y="1"/>
                    </a:moveTo>
                    <a:cubicBezTo>
                      <a:pt x="333" y="1"/>
                      <a:pt x="1" y="426"/>
                      <a:pt x="1" y="1196"/>
                    </a:cubicBezTo>
                    <a:cubicBezTo>
                      <a:pt x="8" y="1958"/>
                      <a:pt x="314" y="2380"/>
                      <a:pt x="763" y="2380"/>
                    </a:cubicBezTo>
                    <a:cubicBezTo>
                      <a:pt x="1274" y="2380"/>
                      <a:pt x="1563" y="1946"/>
                      <a:pt x="1563" y="1165"/>
                    </a:cubicBezTo>
                    <a:cubicBezTo>
                      <a:pt x="1563" y="434"/>
                      <a:pt x="1285" y="1"/>
                      <a:pt x="8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Google Shape;2566;p69"/>
              <p:cNvSpPr/>
              <p:nvPr/>
            </p:nvSpPr>
            <p:spPr>
              <a:xfrm>
                <a:off x="2382767" y="4429849"/>
                <a:ext cx="14840" cy="59220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692" extrusionOk="0">
                    <a:moveTo>
                      <a:pt x="214" y="1"/>
                    </a:moveTo>
                    <a:cubicBezTo>
                      <a:pt x="90" y="1"/>
                      <a:pt x="1" y="94"/>
                      <a:pt x="1" y="222"/>
                    </a:cubicBezTo>
                    <a:cubicBezTo>
                      <a:pt x="1" y="345"/>
                      <a:pt x="86" y="442"/>
                      <a:pt x="209" y="442"/>
                    </a:cubicBezTo>
                    <a:cubicBezTo>
                      <a:pt x="341" y="442"/>
                      <a:pt x="423" y="345"/>
                      <a:pt x="423" y="222"/>
                    </a:cubicBezTo>
                    <a:cubicBezTo>
                      <a:pt x="418" y="94"/>
                      <a:pt x="338" y="1"/>
                      <a:pt x="214" y="1"/>
                    </a:cubicBezTo>
                    <a:close/>
                    <a:moveTo>
                      <a:pt x="214" y="1251"/>
                    </a:moveTo>
                    <a:cubicBezTo>
                      <a:pt x="90" y="1251"/>
                      <a:pt x="1" y="1340"/>
                      <a:pt x="1" y="1472"/>
                    </a:cubicBezTo>
                    <a:cubicBezTo>
                      <a:pt x="1" y="1595"/>
                      <a:pt x="86" y="1692"/>
                      <a:pt x="209" y="1692"/>
                    </a:cubicBezTo>
                    <a:cubicBezTo>
                      <a:pt x="341" y="1692"/>
                      <a:pt x="423" y="1595"/>
                      <a:pt x="423" y="1472"/>
                    </a:cubicBezTo>
                    <a:cubicBezTo>
                      <a:pt x="418" y="1340"/>
                      <a:pt x="338" y="1251"/>
                      <a:pt x="214" y="12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Google Shape;2567;p69"/>
              <p:cNvSpPr/>
              <p:nvPr/>
            </p:nvSpPr>
            <p:spPr>
              <a:xfrm>
                <a:off x="2407127" y="4407134"/>
                <a:ext cx="50155" cy="81935"/>
              </a:xfrm>
              <a:custGeom>
                <a:avLst/>
                <a:gdLst/>
                <a:ahLst/>
                <a:cxnLst/>
                <a:rect l="l" t="t" r="r" b="b"/>
                <a:pathLst>
                  <a:path w="1433" h="2341" extrusionOk="0">
                    <a:moveTo>
                      <a:pt x="288" y="0"/>
                    </a:moveTo>
                    <a:lnTo>
                      <a:pt x="136" y="1107"/>
                    </a:lnTo>
                    <a:cubicBezTo>
                      <a:pt x="222" y="1095"/>
                      <a:pt x="326" y="1080"/>
                      <a:pt x="458" y="1080"/>
                    </a:cubicBezTo>
                    <a:cubicBezTo>
                      <a:pt x="915" y="1080"/>
                      <a:pt x="1115" y="1293"/>
                      <a:pt x="1120" y="1591"/>
                    </a:cubicBezTo>
                    <a:cubicBezTo>
                      <a:pt x="1120" y="1900"/>
                      <a:pt x="868" y="2089"/>
                      <a:pt x="574" y="2089"/>
                    </a:cubicBezTo>
                    <a:cubicBezTo>
                      <a:pt x="365" y="2089"/>
                      <a:pt x="175" y="2020"/>
                      <a:pt x="83" y="1962"/>
                    </a:cubicBezTo>
                    <a:lnTo>
                      <a:pt x="1" y="2198"/>
                    </a:lnTo>
                    <a:cubicBezTo>
                      <a:pt x="113" y="2271"/>
                      <a:pt x="326" y="2341"/>
                      <a:pt x="578" y="2341"/>
                    </a:cubicBezTo>
                    <a:cubicBezTo>
                      <a:pt x="1077" y="2341"/>
                      <a:pt x="1433" y="2005"/>
                      <a:pt x="1433" y="1555"/>
                    </a:cubicBezTo>
                    <a:cubicBezTo>
                      <a:pt x="1433" y="1266"/>
                      <a:pt x="1286" y="1068"/>
                      <a:pt x="1104" y="964"/>
                    </a:cubicBezTo>
                    <a:cubicBezTo>
                      <a:pt x="961" y="878"/>
                      <a:pt x="786" y="839"/>
                      <a:pt x="609" y="839"/>
                    </a:cubicBezTo>
                    <a:cubicBezTo>
                      <a:pt x="524" y="839"/>
                      <a:pt x="474" y="848"/>
                      <a:pt x="419" y="855"/>
                    </a:cubicBezTo>
                    <a:lnTo>
                      <a:pt x="508" y="264"/>
                    </a:lnTo>
                    <a:lnTo>
                      <a:pt x="1386" y="264"/>
                    </a:lnTo>
                    <a:lnTo>
                      <a:pt x="138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Google Shape;2568;p69"/>
              <p:cNvSpPr/>
              <p:nvPr/>
            </p:nvSpPr>
            <p:spPr>
              <a:xfrm>
                <a:off x="2469988" y="4405769"/>
                <a:ext cx="54740" cy="83300"/>
              </a:xfrm>
              <a:custGeom>
                <a:avLst/>
                <a:gdLst/>
                <a:ahLst/>
                <a:cxnLst/>
                <a:rect l="l" t="t" r="r" b="b"/>
                <a:pathLst>
                  <a:path w="1564" h="2380" extrusionOk="0">
                    <a:moveTo>
                      <a:pt x="782" y="241"/>
                    </a:moveTo>
                    <a:cubicBezTo>
                      <a:pt x="1107" y="241"/>
                      <a:pt x="1250" y="616"/>
                      <a:pt x="1250" y="1180"/>
                    </a:cubicBezTo>
                    <a:cubicBezTo>
                      <a:pt x="1250" y="1769"/>
                      <a:pt x="1099" y="2140"/>
                      <a:pt x="778" y="2140"/>
                    </a:cubicBezTo>
                    <a:cubicBezTo>
                      <a:pt x="496" y="2140"/>
                      <a:pt x="314" y="1799"/>
                      <a:pt x="314" y="1200"/>
                    </a:cubicBezTo>
                    <a:cubicBezTo>
                      <a:pt x="314" y="573"/>
                      <a:pt x="511" y="241"/>
                      <a:pt x="782" y="241"/>
                    </a:cubicBezTo>
                    <a:close/>
                    <a:moveTo>
                      <a:pt x="801" y="1"/>
                    </a:moveTo>
                    <a:cubicBezTo>
                      <a:pt x="333" y="1"/>
                      <a:pt x="1" y="426"/>
                      <a:pt x="1" y="1196"/>
                    </a:cubicBezTo>
                    <a:cubicBezTo>
                      <a:pt x="8" y="1958"/>
                      <a:pt x="314" y="2380"/>
                      <a:pt x="763" y="2380"/>
                    </a:cubicBezTo>
                    <a:cubicBezTo>
                      <a:pt x="1274" y="2380"/>
                      <a:pt x="1563" y="1946"/>
                      <a:pt x="1563" y="1165"/>
                    </a:cubicBezTo>
                    <a:cubicBezTo>
                      <a:pt x="1563" y="434"/>
                      <a:pt x="1285" y="1"/>
                      <a:pt x="8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Google Shape;2569;p69"/>
              <p:cNvSpPr/>
              <p:nvPr/>
            </p:nvSpPr>
            <p:spPr>
              <a:xfrm>
                <a:off x="2555180" y="4402794"/>
                <a:ext cx="43085" cy="89950"/>
              </a:xfrm>
              <a:custGeom>
                <a:avLst/>
                <a:gdLst/>
                <a:ahLst/>
                <a:cxnLst/>
                <a:rect l="l" t="t" r="r" b="b"/>
                <a:pathLst>
                  <a:path w="1231" h="2570" extrusionOk="0">
                    <a:moveTo>
                      <a:pt x="990" y="1"/>
                    </a:moveTo>
                    <a:lnTo>
                      <a:pt x="0" y="2570"/>
                    </a:lnTo>
                    <a:lnTo>
                      <a:pt x="240" y="2570"/>
                    </a:lnTo>
                    <a:lnTo>
                      <a:pt x="123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Google Shape;2570;p69"/>
              <p:cNvSpPr/>
              <p:nvPr/>
            </p:nvSpPr>
            <p:spPr>
              <a:xfrm>
                <a:off x="2629627" y="4405769"/>
                <a:ext cx="51520" cy="81935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2341" extrusionOk="0">
                    <a:moveTo>
                      <a:pt x="709" y="1"/>
                    </a:moveTo>
                    <a:cubicBezTo>
                      <a:pt x="445" y="1"/>
                      <a:pt x="218" y="101"/>
                      <a:pt x="59" y="237"/>
                    </a:cubicBezTo>
                    <a:lnTo>
                      <a:pt x="156" y="453"/>
                    </a:lnTo>
                    <a:cubicBezTo>
                      <a:pt x="264" y="364"/>
                      <a:pt x="438" y="260"/>
                      <a:pt x="647" y="260"/>
                    </a:cubicBezTo>
                    <a:cubicBezTo>
                      <a:pt x="988" y="260"/>
                      <a:pt x="1104" y="476"/>
                      <a:pt x="1104" y="708"/>
                    </a:cubicBezTo>
                    <a:cubicBezTo>
                      <a:pt x="1100" y="1057"/>
                      <a:pt x="833" y="1355"/>
                      <a:pt x="245" y="1912"/>
                    </a:cubicBezTo>
                    <a:lnTo>
                      <a:pt x="1" y="2151"/>
                    </a:lnTo>
                    <a:lnTo>
                      <a:pt x="1" y="2341"/>
                    </a:lnTo>
                    <a:lnTo>
                      <a:pt x="1471" y="2341"/>
                    </a:lnTo>
                    <a:lnTo>
                      <a:pt x="1471" y="2082"/>
                    </a:lnTo>
                    <a:lnTo>
                      <a:pt x="438" y="2082"/>
                    </a:lnTo>
                    <a:lnTo>
                      <a:pt x="438" y="2074"/>
                    </a:lnTo>
                    <a:lnTo>
                      <a:pt x="620" y="1904"/>
                    </a:lnTo>
                    <a:cubicBezTo>
                      <a:pt x="1107" y="1440"/>
                      <a:pt x="1413" y="1096"/>
                      <a:pt x="1413" y="669"/>
                    </a:cubicBezTo>
                    <a:cubicBezTo>
                      <a:pt x="1413" y="341"/>
                      <a:pt x="1204" y="1"/>
                      <a:pt x="70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Google Shape;2571;p69"/>
              <p:cNvSpPr/>
              <p:nvPr/>
            </p:nvSpPr>
            <p:spPr>
              <a:xfrm>
                <a:off x="2694098" y="4429849"/>
                <a:ext cx="14805" cy="59220"/>
              </a:xfrm>
              <a:custGeom>
                <a:avLst/>
                <a:gdLst/>
                <a:ahLst/>
                <a:cxnLst/>
                <a:rect l="l" t="t" r="r" b="b"/>
                <a:pathLst>
                  <a:path w="423" h="1692" extrusionOk="0">
                    <a:moveTo>
                      <a:pt x="213" y="1"/>
                    </a:moveTo>
                    <a:cubicBezTo>
                      <a:pt x="89" y="1"/>
                      <a:pt x="1" y="94"/>
                      <a:pt x="1" y="222"/>
                    </a:cubicBezTo>
                    <a:cubicBezTo>
                      <a:pt x="1" y="345"/>
                      <a:pt x="85" y="442"/>
                      <a:pt x="210" y="442"/>
                    </a:cubicBezTo>
                    <a:cubicBezTo>
                      <a:pt x="341" y="442"/>
                      <a:pt x="422" y="345"/>
                      <a:pt x="422" y="222"/>
                    </a:cubicBezTo>
                    <a:cubicBezTo>
                      <a:pt x="419" y="94"/>
                      <a:pt x="337" y="1"/>
                      <a:pt x="213" y="1"/>
                    </a:cubicBezTo>
                    <a:close/>
                    <a:moveTo>
                      <a:pt x="213" y="1251"/>
                    </a:moveTo>
                    <a:cubicBezTo>
                      <a:pt x="89" y="1251"/>
                      <a:pt x="1" y="1340"/>
                      <a:pt x="1" y="1472"/>
                    </a:cubicBezTo>
                    <a:cubicBezTo>
                      <a:pt x="1" y="1595"/>
                      <a:pt x="85" y="1692"/>
                      <a:pt x="210" y="1692"/>
                    </a:cubicBezTo>
                    <a:cubicBezTo>
                      <a:pt x="341" y="1692"/>
                      <a:pt x="422" y="1595"/>
                      <a:pt x="422" y="1472"/>
                    </a:cubicBezTo>
                    <a:cubicBezTo>
                      <a:pt x="419" y="1340"/>
                      <a:pt x="337" y="1251"/>
                      <a:pt x="213" y="12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Google Shape;2572;p69"/>
              <p:cNvSpPr/>
              <p:nvPr/>
            </p:nvSpPr>
            <p:spPr>
              <a:xfrm>
                <a:off x="2718494" y="4407134"/>
                <a:ext cx="50085" cy="81935"/>
              </a:xfrm>
              <a:custGeom>
                <a:avLst/>
                <a:gdLst/>
                <a:ahLst/>
                <a:cxnLst/>
                <a:rect l="l" t="t" r="r" b="b"/>
                <a:pathLst>
                  <a:path w="1431" h="2341" extrusionOk="0">
                    <a:moveTo>
                      <a:pt x="282" y="0"/>
                    </a:moveTo>
                    <a:lnTo>
                      <a:pt x="135" y="1107"/>
                    </a:lnTo>
                    <a:cubicBezTo>
                      <a:pt x="220" y="1095"/>
                      <a:pt x="320" y="1080"/>
                      <a:pt x="452" y="1080"/>
                    </a:cubicBezTo>
                    <a:cubicBezTo>
                      <a:pt x="913" y="1080"/>
                      <a:pt x="1110" y="1293"/>
                      <a:pt x="1114" y="1591"/>
                    </a:cubicBezTo>
                    <a:cubicBezTo>
                      <a:pt x="1114" y="1900"/>
                      <a:pt x="863" y="2089"/>
                      <a:pt x="568" y="2089"/>
                    </a:cubicBezTo>
                    <a:cubicBezTo>
                      <a:pt x="359" y="2089"/>
                      <a:pt x="174" y="2020"/>
                      <a:pt x="77" y="1962"/>
                    </a:cubicBezTo>
                    <a:lnTo>
                      <a:pt x="0" y="2198"/>
                    </a:lnTo>
                    <a:cubicBezTo>
                      <a:pt x="108" y="2271"/>
                      <a:pt x="320" y="2341"/>
                      <a:pt x="572" y="2341"/>
                    </a:cubicBezTo>
                    <a:cubicBezTo>
                      <a:pt x="1072" y="2341"/>
                      <a:pt x="1431" y="2005"/>
                      <a:pt x="1431" y="1555"/>
                    </a:cubicBezTo>
                    <a:cubicBezTo>
                      <a:pt x="1431" y="1266"/>
                      <a:pt x="1281" y="1068"/>
                      <a:pt x="1099" y="964"/>
                    </a:cubicBezTo>
                    <a:cubicBezTo>
                      <a:pt x="959" y="878"/>
                      <a:pt x="781" y="839"/>
                      <a:pt x="604" y="839"/>
                    </a:cubicBezTo>
                    <a:cubicBezTo>
                      <a:pt x="518" y="839"/>
                      <a:pt x="472" y="848"/>
                      <a:pt x="418" y="855"/>
                    </a:cubicBezTo>
                    <a:lnTo>
                      <a:pt x="506" y="264"/>
                    </a:lnTo>
                    <a:lnTo>
                      <a:pt x="1385" y="264"/>
                    </a:lnTo>
                    <a:lnTo>
                      <a:pt x="13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Google Shape;2573;p69"/>
              <p:cNvSpPr/>
              <p:nvPr/>
            </p:nvSpPr>
            <p:spPr>
              <a:xfrm>
                <a:off x="2781285" y="4405769"/>
                <a:ext cx="54600" cy="83300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2380" extrusionOk="0">
                    <a:moveTo>
                      <a:pt x="783" y="241"/>
                    </a:moveTo>
                    <a:cubicBezTo>
                      <a:pt x="1103" y="241"/>
                      <a:pt x="1251" y="616"/>
                      <a:pt x="1251" y="1180"/>
                    </a:cubicBezTo>
                    <a:cubicBezTo>
                      <a:pt x="1251" y="1769"/>
                      <a:pt x="1096" y="2140"/>
                      <a:pt x="778" y="2140"/>
                    </a:cubicBezTo>
                    <a:cubicBezTo>
                      <a:pt x="496" y="2140"/>
                      <a:pt x="310" y="1799"/>
                      <a:pt x="310" y="1200"/>
                    </a:cubicBezTo>
                    <a:cubicBezTo>
                      <a:pt x="310" y="573"/>
                      <a:pt x="508" y="241"/>
                      <a:pt x="783" y="241"/>
                    </a:cubicBezTo>
                    <a:close/>
                    <a:moveTo>
                      <a:pt x="798" y="1"/>
                    </a:moveTo>
                    <a:cubicBezTo>
                      <a:pt x="333" y="1"/>
                      <a:pt x="1" y="426"/>
                      <a:pt x="1" y="1196"/>
                    </a:cubicBezTo>
                    <a:cubicBezTo>
                      <a:pt x="8" y="1958"/>
                      <a:pt x="310" y="2380"/>
                      <a:pt x="760" y="2380"/>
                    </a:cubicBezTo>
                    <a:cubicBezTo>
                      <a:pt x="1270" y="2380"/>
                      <a:pt x="1560" y="1946"/>
                      <a:pt x="1560" y="1165"/>
                    </a:cubicBezTo>
                    <a:cubicBezTo>
                      <a:pt x="1560" y="434"/>
                      <a:pt x="1285" y="1"/>
                      <a:pt x="79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74" name="Google Shape;2574;p69"/>
            <p:cNvGrpSpPr/>
            <p:nvPr/>
          </p:nvGrpSpPr>
          <p:grpSpPr>
            <a:xfrm>
              <a:off x="6740408" y="4082745"/>
              <a:ext cx="1412936" cy="130770"/>
              <a:chOff x="2935989" y="4367723"/>
              <a:chExt cx="1685879" cy="156032"/>
            </a:xfrm>
          </p:grpSpPr>
          <p:sp>
            <p:nvSpPr>
              <p:cNvPr id="2575" name="Google Shape;2575;p69"/>
              <p:cNvSpPr/>
              <p:nvPr/>
            </p:nvSpPr>
            <p:spPr>
              <a:xfrm>
                <a:off x="2935989" y="4376368"/>
                <a:ext cx="179165" cy="138705"/>
              </a:xfrm>
              <a:custGeom>
                <a:avLst/>
                <a:gdLst/>
                <a:ahLst/>
                <a:cxnLst/>
                <a:rect l="l" t="t" r="r" b="b"/>
                <a:pathLst>
                  <a:path w="5119" h="3963" extrusionOk="0">
                    <a:moveTo>
                      <a:pt x="1323" y="1761"/>
                    </a:moveTo>
                    <a:lnTo>
                      <a:pt x="1323" y="2202"/>
                    </a:lnTo>
                    <a:lnTo>
                      <a:pt x="495" y="2202"/>
                    </a:lnTo>
                    <a:lnTo>
                      <a:pt x="495" y="1761"/>
                    </a:lnTo>
                    <a:close/>
                    <a:moveTo>
                      <a:pt x="4515" y="1761"/>
                    </a:moveTo>
                    <a:lnTo>
                      <a:pt x="4515" y="2202"/>
                    </a:lnTo>
                    <a:lnTo>
                      <a:pt x="1872" y="2202"/>
                    </a:lnTo>
                    <a:lnTo>
                      <a:pt x="1872" y="1761"/>
                    </a:lnTo>
                    <a:close/>
                    <a:moveTo>
                      <a:pt x="3191" y="2698"/>
                    </a:moveTo>
                    <a:lnTo>
                      <a:pt x="3191" y="3139"/>
                    </a:lnTo>
                    <a:lnTo>
                      <a:pt x="549" y="3139"/>
                    </a:lnTo>
                    <a:lnTo>
                      <a:pt x="549" y="2698"/>
                    </a:lnTo>
                    <a:close/>
                    <a:moveTo>
                      <a:pt x="4569" y="2698"/>
                    </a:moveTo>
                    <a:lnTo>
                      <a:pt x="4569" y="3139"/>
                    </a:lnTo>
                    <a:lnTo>
                      <a:pt x="3745" y="3139"/>
                    </a:lnTo>
                    <a:lnTo>
                      <a:pt x="3745" y="2698"/>
                    </a:lnTo>
                    <a:close/>
                    <a:moveTo>
                      <a:pt x="538" y="1"/>
                    </a:moveTo>
                    <a:cubicBezTo>
                      <a:pt x="240" y="1"/>
                      <a:pt x="0" y="241"/>
                      <a:pt x="0" y="539"/>
                    </a:cubicBezTo>
                    <a:lnTo>
                      <a:pt x="0" y="3429"/>
                    </a:lnTo>
                    <a:cubicBezTo>
                      <a:pt x="0" y="3723"/>
                      <a:pt x="240" y="3963"/>
                      <a:pt x="538" y="3963"/>
                    </a:cubicBezTo>
                    <a:lnTo>
                      <a:pt x="4584" y="3963"/>
                    </a:lnTo>
                    <a:cubicBezTo>
                      <a:pt x="4878" y="3963"/>
                      <a:pt x="5118" y="3723"/>
                      <a:pt x="5118" y="3429"/>
                    </a:cubicBezTo>
                    <a:lnTo>
                      <a:pt x="5118" y="539"/>
                    </a:lnTo>
                    <a:cubicBezTo>
                      <a:pt x="5118" y="241"/>
                      <a:pt x="4878" y="1"/>
                      <a:pt x="458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Google Shape;2576;p69"/>
              <p:cNvSpPr/>
              <p:nvPr/>
            </p:nvSpPr>
            <p:spPr>
              <a:xfrm>
                <a:off x="3835089" y="4383858"/>
                <a:ext cx="196525" cy="123760"/>
              </a:xfrm>
              <a:custGeom>
                <a:avLst/>
                <a:gdLst/>
                <a:ahLst/>
                <a:cxnLst/>
                <a:rect l="l" t="t" r="r" b="b"/>
                <a:pathLst>
                  <a:path w="5615" h="3536" extrusionOk="0">
                    <a:moveTo>
                      <a:pt x="5119" y="495"/>
                    </a:moveTo>
                    <a:lnTo>
                      <a:pt x="5119" y="3041"/>
                    </a:lnTo>
                    <a:lnTo>
                      <a:pt x="496" y="3041"/>
                    </a:lnTo>
                    <a:lnTo>
                      <a:pt x="496" y="495"/>
                    </a:lnTo>
                    <a:close/>
                    <a:moveTo>
                      <a:pt x="248" y="0"/>
                    </a:moveTo>
                    <a:cubicBezTo>
                      <a:pt x="109" y="0"/>
                      <a:pt x="0" y="112"/>
                      <a:pt x="0" y="247"/>
                    </a:cubicBezTo>
                    <a:lnTo>
                      <a:pt x="0" y="3288"/>
                    </a:lnTo>
                    <a:cubicBezTo>
                      <a:pt x="0" y="3424"/>
                      <a:pt x="109" y="3536"/>
                      <a:pt x="248" y="3536"/>
                    </a:cubicBezTo>
                    <a:lnTo>
                      <a:pt x="5367" y="3536"/>
                    </a:lnTo>
                    <a:cubicBezTo>
                      <a:pt x="5502" y="3536"/>
                      <a:pt x="5614" y="3424"/>
                      <a:pt x="5614" y="3288"/>
                    </a:cubicBezTo>
                    <a:lnTo>
                      <a:pt x="5614" y="247"/>
                    </a:lnTo>
                    <a:cubicBezTo>
                      <a:pt x="5614" y="112"/>
                      <a:pt x="5502" y="0"/>
                      <a:pt x="53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Google Shape;2577;p69"/>
              <p:cNvSpPr/>
              <p:nvPr/>
            </p:nvSpPr>
            <p:spPr>
              <a:xfrm>
                <a:off x="3239271" y="4379378"/>
                <a:ext cx="129115" cy="132720"/>
              </a:xfrm>
              <a:custGeom>
                <a:avLst/>
                <a:gdLst/>
                <a:ahLst/>
                <a:cxnLst/>
                <a:rect l="l" t="t" r="r" b="b"/>
                <a:pathLst>
                  <a:path w="3689" h="3792" extrusionOk="0">
                    <a:moveTo>
                      <a:pt x="1847" y="1173"/>
                    </a:moveTo>
                    <a:cubicBezTo>
                      <a:pt x="2245" y="1173"/>
                      <a:pt x="2570" y="1498"/>
                      <a:pt x="2570" y="1896"/>
                    </a:cubicBezTo>
                    <a:cubicBezTo>
                      <a:pt x="2570" y="2298"/>
                      <a:pt x="2245" y="2619"/>
                      <a:pt x="1847" y="2619"/>
                    </a:cubicBezTo>
                    <a:cubicBezTo>
                      <a:pt x="1444" y="2619"/>
                      <a:pt x="1119" y="2298"/>
                      <a:pt x="1119" y="1896"/>
                    </a:cubicBezTo>
                    <a:cubicBezTo>
                      <a:pt x="1119" y="1498"/>
                      <a:pt x="1444" y="1173"/>
                      <a:pt x="1847" y="1173"/>
                    </a:cubicBezTo>
                    <a:close/>
                    <a:moveTo>
                      <a:pt x="1336" y="0"/>
                    </a:moveTo>
                    <a:lnTo>
                      <a:pt x="1258" y="766"/>
                    </a:lnTo>
                    <a:lnTo>
                      <a:pt x="589" y="391"/>
                    </a:lnTo>
                    <a:lnTo>
                      <a:pt x="1" y="1223"/>
                    </a:lnTo>
                    <a:lnTo>
                      <a:pt x="783" y="1896"/>
                    </a:lnTo>
                    <a:lnTo>
                      <a:pt x="1" y="2569"/>
                    </a:lnTo>
                    <a:lnTo>
                      <a:pt x="589" y="3405"/>
                    </a:lnTo>
                    <a:lnTo>
                      <a:pt x="1258" y="3025"/>
                    </a:lnTo>
                    <a:lnTo>
                      <a:pt x="1336" y="3791"/>
                    </a:lnTo>
                    <a:lnTo>
                      <a:pt x="2353" y="3791"/>
                    </a:lnTo>
                    <a:lnTo>
                      <a:pt x="2431" y="3025"/>
                    </a:lnTo>
                    <a:lnTo>
                      <a:pt x="3100" y="3405"/>
                    </a:lnTo>
                    <a:lnTo>
                      <a:pt x="3688" y="2569"/>
                    </a:lnTo>
                    <a:lnTo>
                      <a:pt x="2910" y="1896"/>
                    </a:lnTo>
                    <a:lnTo>
                      <a:pt x="3688" y="1223"/>
                    </a:lnTo>
                    <a:lnTo>
                      <a:pt x="3100" y="391"/>
                    </a:lnTo>
                    <a:lnTo>
                      <a:pt x="2431" y="766"/>
                    </a:lnTo>
                    <a:lnTo>
                      <a:pt x="235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Google Shape;2578;p69"/>
              <p:cNvSpPr/>
              <p:nvPr/>
            </p:nvSpPr>
            <p:spPr>
              <a:xfrm>
                <a:off x="3313227" y="4379378"/>
                <a:ext cx="82880" cy="58660"/>
              </a:xfrm>
              <a:custGeom>
                <a:avLst/>
                <a:gdLst/>
                <a:ahLst/>
                <a:cxnLst/>
                <a:rect l="l" t="t" r="r" b="b"/>
                <a:pathLst>
                  <a:path w="2368" h="1676" extrusionOk="0">
                    <a:moveTo>
                      <a:pt x="0" y="0"/>
                    </a:moveTo>
                    <a:lnTo>
                      <a:pt x="0" y="1675"/>
                    </a:lnTo>
                    <a:lnTo>
                      <a:pt x="2368" y="1675"/>
                    </a:lnTo>
                    <a:lnTo>
                      <a:pt x="236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Google Shape;2579;p69"/>
              <p:cNvSpPr/>
              <p:nvPr/>
            </p:nvSpPr>
            <p:spPr>
              <a:xfrm>
                <a:off x="3329468" y="4393588"/>
                <a:ext cx="24535" cy="32935"/>
              </a:xfrm>
              <a:custGeom>
                <a:avLst/>
                <a:gdLst/>
                <a:ahLst/>
                <a:cxnLst/>
                <a:rect l="l" t="t" r="r" b="b"/>
                <a:pathLst>
                  <a:path w="701" h="941" extrusionOk="0">
                    <a:moveTo>
                      <a:pt x="1" y="1"/>
                    </a:moveTo>
                    <a:lnTo>
                      <a:pt x="1" y="940"/>
                    </a:lnTo>
                    <a:lnTo>
                      <a:pt x="124" y="940"/>
                    </a:lnTo>
                    <a:lnTo>
                      <a:pt x="124" y="499"/>
                    </a:lnTo>
                    <a:lnTo>
                      <a:pt x="577" y="499"/>
                    </a:lnTo>
                    <a:lnTo>
                      <a:pt x="577" y="940"/>
                    </a:lnTo>
                    <a:lnTo>
                      <a:pt x="701" y="940"/>
                    </a:lnTo>
                    <a:lnTo>
                      <a:pt x="701" y="1"/>
                    </a:lnTo>
                    <a:lnTo>
                      <a:pt x="577" y="1"/>
                    </a:lnTo>
                    <a:lnTo>
                      <a:pt x="577" y="395"/>
                    </a:lnTo>
                    <a:lnTo>
                      <a:pt x="124" y="395"/>
                    </a:lnTo>
                    <a:lnTo>
                      <a:pt x="12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Google Shape;2580;p69"/>
              <p:cNvSpPr/>
              <p:nvPr/>
            </p:nvSpPr>
            <p:spPr>
              <a:xfrm>
                <a:off x="3361283" y="4393308"/>
                <a:ext cx="26985" cy="33460"/>
              </a:xfrm>
              <a:custGeom>
                <a:avLst/>
                <a:gdLst/>
                <a:ahLst/>
                <a:cxnLst/>
                <a:rect l="l" t="t" r="r" b="b"/>
                <a:pathLst>
                  <a:path w="771" h="956" extrusionOk="0">
                    <a:moveTo>
                      <a:pt x="264" y="97"/>
                    </a:moveTo>
                    <a:cubicBezTo>
                      <a:pt x="520" y="97"/>
                      <a:pt x="647" y="241"/>
                      <a:pt x="647" y="461"/>
                    </a:cubicBezTo>
                    <a:cubicBezTo>
                      <a:pt x="647" y="713"/>
                      <a:pt x="504" y="859"/>
                      <a:pt x="245" y="859"/>
                    </a:cubicBezTo>
                    <a:cubicBezTo>
                      <a:pt x="198" y="859"/>
                      <a:pt x="152" y="856"/>
                      <a:pt x="120" y="852"/>
                    </a:cubicBezTo>
                    <a:lnTo>
                      <a:pt x="120" y="109"/>
                    </a:lnTo>
                    <a:cubicBezTo>
                      <a:pt x="156" y="105"/>
                      <a:pt x="202" y="97"/>
                      <a:pt x="264" y="97"/>
                    </a:cubicBezTo>
                    <a:close/>
                    <a:moveTo>
                      <a:pt x="260" y="0"/>
                    </a:moveTo>
                    <a:cubicBezTo>
                      <a:pt x="163" y="0"/>
                      <a:pt x="74" y="9"/>
                      <a:pt x="1" y="20"/>
                    </a:cubicBezTo>
                    <a:lnTo>
                      <a:pt x="1" y="945"/>
                    </a:lnTo>
                    <a:cubicBezTo>
                      <a:pt x="63" y="952"/>
                      <a:pt x="136" y="956"/>
                      <a:pt x="222" y="956"/>
                    </a:cubicBezTo>
                    <a:cubicBezTo>
                      <a:pt x="404" y="956"/>
                      <a:pt x="550" y="909"/>
                      <a:pt x="636" y="821"/>
                    </a:cubicBezTo>
                    <a:cubicBezTo>
                      <a:pt x="724" y="736"/>
                      <a:pt x="770" y="608"/>
                      <a:pt x="770" y="457"/>
                    </a:cubicBezTo>
                    <a:cubicBezTo>
                      <a:pt x="770" y="302"/>
                      <a:pt x="724" y="194"/>
                      <a:pt x="639" y="120"/>
                    </a:cubicBezTo>
                    <a:cubicBezTo>
                      <a:pt x="558" y="43"/>
                      <a:pt x="434" y="0"/>
                      <a:pt x="2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Google Shape;2581;p69"/>
              <p:cNvSpPr/>
              <p:nvPr/>
            </p:nvSpPr>
            <p:spPr>
              <a:xfrm>
                <a:off x="3520257" y="4370558"/>
                <a:ext cx="190715" cy="150325"/>
              </a:xfrm>
              <a:custGeom>
                <a:avLst/>
                <a:gdLst/>
                <a:ahLst/>
                <a:cxnLst/>
                <a:rect l="l" t="t" r="r" b="b"/>
                <a:pathLst>
                  <a:path w="5449" h="4295" extrusionOk="0">
                    <a:moveTo>
                      <a:pt x="4747" y="334"/>
                    </a:moveTo>
                    <a:cubicBezTo>
                      <a:pt x="4953" y="334"/>
                      <a:pt x="5119" y="500"/>
                      <a:pt x="5119" y="705"/>
                    </a:cubicBezTo>
                    <a:lnTo>
                      <a:pt x="5119" y="3595"/>
                    </a:lnTo>
                    <a:cubicBezTo>
                      <a:pt x="5119" y="3800"/>
                      <a:pt x="4953" y="3966"/>
                      <a:pt x="4747" y="3966"/>
                    </a:cubicBezTo>
                    <a:lnTo>
                      <a:pt x="701" y="3966"/>
                    </a:lnTo>
                    <a:cubicBezTo>
                      <a:pt x="496" y="3966"/>
                      <a:pt x="330" y="3800"/>
                      <a:pt x="330" y="3595"/>
                    </a:cubicBezTo>
                    <a:lnTo>
                      <a:pt x="330" y="705"/>
                    </a:lnTo>
                    <a:cubicBezTo>
                      <a:pt x="330" y="500"/>
                      <a:pt x="496" y="334"/>
                      <a:pt x="701" y="334"/>
                    </a:cubicBezTo>
                    <a:close/>
                    <a:moveTo>
                      <a:pt x="701" y="0"/>
                    </a:moveTo>
                    <a:cubicBezTo>
                      <a:pt x="314" y="0"/>
                      <a:pt x="1" y="318"/>
                      <a:pt x="1" y="705"/>
                    </a:cubicBezTo>
                    <a:lnTo>
                      <a:pt x="1" y="3595"/>
                    </a:lnTo>
                    <a:cubicBezTo>
                      <a:pt x="1" y="3982"/>
                      <a:pt x="314" y="4295"/>
                      <a:pt x="701" y="4295"/>
                    </a:cubicBezTo>
                    <a:lnTo>
                      <a:pt x="4747" y="4295"/>
                    </a:lnTo>
                    <a:cubicBezTo>
                      <a:pt x="5135" y="4295"/>
                      <a:pt x="5448" y="3982"/>
                      <a:pt x="5448" y="3595"/>
                    </a:cubicBezTo>
                    <a:lnTo>
                      <a:pt x="5448" y="705"/>
                    </a:lnTo>
                    <a:cubicBezTo>
                      <a:pt x="5448" y="318"/>
                      <a:pt x="5135" y="0"/>
                      <a:pt x="474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Google Shape;2582;p69"/>
              <p:cNvSpPr/>
              <p:nvPr/>
            </p:nvSpPr>
            <p:spPr>
              <a:xfrm>
                <a:off x="3623579" y="4446544"/>
                <a:ext cx="59080" cy="45640"/>
              </a:xfrm>
              <a:custGeom>
                <a:avLst/>
                <a:gdLst/>
                <a:ahLst/>
                <a:cxnLst/>
                <a:rect l="l" t="t" r="r" b="b"/>
                <a:pathLst>
                  <a:path w="1688" h="1304" extrusionOk="0">
                    <a:moveTo>
                      <a:pt x="179" y="0"/>
                    </a:moveTo>
                    <a:cubicBezTo>
                      <a:pt x="82" y="0"/>
                      <a:pt x="1" y="77"/>
                      <a:pt x="1" y="174"/>
                    </a:cubicBezTo>
                    <a:lnTo>
                      <a:pt x="1" y="1129"/>
                    </a:lnTo>
                    <a:cubicBezTo>
                      <a:pt x="1" y="1227"/>
                      <a:pt x="82" y="1304"/>
                      <a:pt x="179" y="1304"/>
                    </a:cubicBezTo>
                    <a:lnTo>
                      <a:pt x="1513" y="1304"/>
                    </a:lnTo>
                    <a:cubicBezTo>
                      <a:pt x="1610" y="1304"/>
                      <a:pt x="1688" y="1227"/>
                      <a:pt x="1688" y="1129"/>
                    </a:cubicBezTo>
                    <a:lnTo>
                      <a:pt x="1688" y="174"/>
                    </a:lnTo>
                    <a:cubicBezTo>
                      <a:pt x="1688" y="77"/>
                      <a:pt x="1610" y="0"/>
                      <a:pt x="15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Google Shape;2583;p69"/>
              <p:cNvSpPr/>
              <p:nvPr/>
            </p:nvSpPr>
            <p:spPr>
              <a:xfrm>
                <a:off x="4156710" y="4370558"/>
                <a:ext cx="190680" cy="150325"/>
              </a:xfrm>
              <a:custGeom>
                <a:avLst/>
                <a:gdLst/>
                <a:ahLst/>
                <a:cxnLst/>
                <a:rect l="l" t="t" r="r" b="b"/>
                <a:pathLst>
                  <a:path w="5448" h="4295" extrusionOk="0">
                    <a:moveTo>
                      <a:pt x="700" y="0"/>
                    </a:moveTo>
                    <a:cubicBezTo>
                      <a:pt x="314" y="0"/>
                      <a:pt x="0" y="318"/>
                      <a:pt x="0" y="705"/>
                    </a:cubicBezTo>
                    <a:lnTo>
                      <a:pt x="329" y="705"/>
                    </a:lnTo>
                    <a:cubicBezTo>
                      <a:pt x="329" y="500"/>
                      <a:pt x="496" y="334"/>
                      <a:pt x="700" y="334"/>
                    </a:cubicBezTo>
                    <a:lnTo>
                      <a:pt x="4748" y="334"/>
                    </a:lnTo>
                    <a:cubicBezTo>
                      <a:pt x="4953" y="334"/>
                      <a:pt x="5119" y="500"/>
                      <a:pt x="5119" y="705"/>
                    </a:cubicBezTo>
                    <a:lnTo>
                      <a:pt x="5119" y="3595"/>
                    </a:lnTo>
                    <a:cubicBezTo>
                      <a:pt x="5119" y="3800"/>
                      <a:pt x="4953" y="3966"/>
                      <a:pt x="4748" y="3966"/>
                    </a:cubicBezTo>
                    <a:lnTo>
                      <a:pt x="3769" y="3966"/>
                    </a:lnTo>
                    <a:lnTo>
                      <a:pt x="3769" y="4295"/>
                    </a:lnTo>
                    <a:lnTo>
                      <a:pt x="4748" y="4295"/>
                    </a:lnTo>
                    <a:cubicBezTo>
                      <a:pt x="5134" y="4295"/>
                      <a:pt x="5448" y="3982"/>
                      <a:pt x="5448" y="3595"/>
                    </a:cubicBezTo>
                    <a:lnTo>
                      <a:pt x="5448" y="705"/>
                    </a:lnTo>
                    <a:cubicBezTo>
                      <a:pt x="5448" y="318"/>
                      <a:pt x="5134" y="0"/>
                      <a:pt x="47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Google Shape;2584;p69"/>
              <p:cNvSpPr/>
              <p:nvPr/>
            </p:nvSpPr>
            <p:spPr>
              <a:xfrm>
                <a:off x="4155765" y="4407239"/>
                <a:ext cx="111755" cy="111755"/>
              </a:xfrm>
              <a:custGeom>
                <a:avLst/>
                <a:gdLst/>
                <a:ahLst/>
                <a:cxnLst/>
                <a:rect l="l" t="t" r="r" b="b"/>
                <a:pathLst>
                  <a:path w="3193" h="3193" extrusionOk="0">
                    <a:moveTo>
                      <a:pt x="0" y="1"/>
                    </a:moveTo>
                    <a:lnTo>
                      <a:pt x="0" y="477"/>
                    </a:lnTo>
                    <a:cubicBezTo>
                      <a:pt x="1498" y="477"/>
                      <a:pt x="2716" y="1695"/>
                      <a:pt x="2716" y="3193"/>
                    </a:cubicBezTo>
                    <a:lnTo>
                      <a:pt x="3192" y="3193"/>
                    </a:lnTo>
                    <a:cubicBezTo>
                      <a:pt x="3192" y="1433"/>
                      <a:pt x="1761" y="1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Google Shape;2585;p69"/>
              <p:cNvSpPr/>
              <p:nvPr/>
            </p:nvSpPr>
            <p:spPr>
              <a:xfrm>
                <a:off x="4155765" y="4445179"/>
                <a:ext cx="73815" cy="73815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2109" extrusionOk="0">
                    <a:moveTo>
                      <a:pt x="0" y="0"/>
                    </a:moveTo>
                    <a:lnTo>
                      <a:pt x="0" y="477"/>
                    </a:lnTo>
                    <a:cubicBezTo>
                      <a:pt x="902" y="477"/>
                      <a:pt x="1632" y="1207"/>
                      <a:pt x="1632" y="2109"/>
                    </a:cubicBezTo>
                    <a:lnTo>
                      <a:pt x="2109" y="2109"/>
                    </a:lnTo>
                    <a:cubicBezTo>
                      <a:pt x="2109" y="945"/>
                      <a:pt x="1164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Google Shape;2586;p69"/>
              <p:cNvSpPr/>
              <p:nvPr/>
            </p:nvSpPr>
            <p:spPr>
              <a:xfrm>
                <a:off x="4155765" y="4487145"/>
                <a:ext cx="31850" cy="31850"/>
              </a:xfrm>
              <a:custGeom>
                <a:avLst/>
                <a:gdLst/>
                <a:ahLst/>
                <a:cxnLst/>
                <a:rect l="l" t="t" r="r" b="b"/>
                <a:pathLst>
                  <a:path w="910" h="910" extrusionOk="0">
                    <a:moveTo>
                      <a:pt x="0" y="1"/>
                    </a:moveTo>
                    <a:lnTo>
                      <a:pt x="0" y="910"/>
                    </a:lnTo>
                    <a:lnTo>
                      <a:pt x="909" y="910"/>
                    </a:lnTo>
                    <a:cubicBezTo>
                      <a:pt x="909" y="407"/>
                      <a:pt x="503" y="1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Google Shape;2587;p69"/>
              <p:cNvSpPr/>
              <p:nvPr/>
            </p:nvSpPr>
            <p:spPr>
              <a:xfrm>
                <a:off x="4471542" y="4367723"/>
                <a:ext cx="68530" cy="6853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958" extrusionOk="0">
                    <a:moveTo>
                      <a:pt x="248" y="1"/>
                    </a:moveTo>
                    <a:cubicBezTo>
                      <a:pt x="113" y="1"/>
                      <a:pt x="1" y="113"/>
                      <a:pt x="1" y="248"/>
                    </a:cubicBezTo>
                    <a:lnTo>
                      <a:pt x="1" y="1710"/>
                    </a:lnTo>
                    <a:cubicBezTo>
                      <a:pt x="1" y="1849"/>
                      <a:pt x="113" y="1958"/>
                      <a:pt x="248" y="1958"/>
                    </a:cubicBezTo>
                    <a:cubicBezTo>
                      <a:pt x="383" y="1958"/>
                      <a:pt x="495" y="1849"/>
                      <a:pt x="495" y="1710"/>
                    </a:cubicBezTo>
                    <a:lnTo>
                      <a:pt x="495" y="496"/>
                    </a:lnTo>
                    <a:lnTo>
                      <a:pt x="1710" y="496"/>
                    </a:lnTo>
                    <a:cubicBezTo>
                      <a:pt x="1845" y="496"/>
                      <a:pt x="1958" y="383"/>
                      <a:pt x="1958" y="248"/>
                    </a:cubicBezTo>
                    <a:cubicBezTo>
                      <a:pt x="1958" y="113"/>
                      <a:pt x="1845" y="1"/>
                      <a:pt x="17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Google Shape;2588;p69"/>
              <p:cNvSpPr/>
              <p:nvPr/>
            </p:nvSpPr>
            <p:spPr>
              <a:xfrm>
                <a:off x="4553164" y="4367723"/>
                <a:ext cx="68705" cy="68530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1958" extrusionOk="0">
                    <a:moveTo>
                      <a:pt x="249" y="1"/>
                    </a:moveTo>
                    <a:cubicBezTo>
                      <a:pt x="113" y="1"/>
                      <a:pt x="1" y="113"/>
                      <a:pt x="1" y="248"/>
                    </a:cubicBezTo>
                    <a:cubicBezTo>
                      <a:pt x="1" y="383"/>
                      <a:pt x="113" y="496"/>
                      <a:pt x="249" y="496"/>
                    </a:cubicBezTo>
                    <a:lnTo>
                      <a:pt x="1467" y="496"/>
                    </a:lnTo>
                    <a:lnTo>
                      <a:pt x="1467" y="1710"/>
                    </a:lnTo>
                    <a:cubicBezTo>
                      <a:pt x="1467" y="1849"/>
                      <a:pt x="1576" y="1958"/>
                      <a:pt x="1715" y="1958"/>
                    </a:cubicBezTo>
                    <a:cubicBezTo>
                      <a:pt x="1851" y="1958"/>
                      <a:pt x="1963" y="1849"/>
                      <a:pt x="1963" y="1710"/>
                    </a:cubicBezTo>
                    <a:lnTo>
                      <a:pt x="1963" y="248"/>
                    </a:lnTo>
                    <a:cubicBezTo>
                      <a:pt x="1963" y="113"/>
                      <a:pt x="1851" y="1"/>
                      <a:pt x="17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Google Shape;2589;p69"/>
              <p:cNvSpPr/>
              <p:nvPr/>
            </p:nvSpPr>
            <p:spPr>
              <a:xfrm>
                <a:off x="4553164" y="4455190"/>
                <a:ext cx="68705" cy="68565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1959" extrusionOk="0">
                    <a:moveTo>
                      <a:pt x="1715" y="0"/>
                    </a:moveTo>
                    <a:cubicBezTo>
                      <a:pt x="1576" y="0"/>
                      <a:pt x="1467" y="113"/>
                      <a:pt x="1467" y="248"/>
                    </a:cubicBezTo>
                    <a:lnTo>
                      <a:pt x="1467" y="1463"/>
                    </a:lnTo>
                    <a:lnTo>
                      <a:pt x="249" y="1463"/>
                    </a:lnTo>
                    <a:cubicBezTo>
                      <a:pt x="113" y="1463"/>
                      <a:pt x="1" y="1575"/>
                      <a:pt x="1" y="1711"/>
                    </a:cubicBezTo>
                    <a:cubicBezTo>
                      <a:pt x="1" y="1850"/>
                      <a:pt x="113" y="1959"/>
                      <a:pt x="249" y="1959"/>
                    </a:cubicBezTo>
                    <a:lnTo>
                      <a:pt x="1715" y="1959"/>
                    </a:lnTo>
                    <a:cubicBezTo>
                      <a:pt x="1851" y="1959"/>
                      <a:pt x="1963" y="1850"/>
                      <a:pt x="1963" y="1711"/>
                    </a:cubicBezTo>
                    <a:lnTo>
                      <a:pt x="1963" y="248"/>
                    </a:lnTo>
                    <a:cubicBezTo>
                      <a:pt x="1963" y="113"/>
                      <a:pt x="1851" y="0"/>
                      <a:pt x="17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Google Shape;2590;p69"/>
              <p:cNvSpPr/>
              <p:nvPr/>
            </p:nvSpPr>
            <p:spPr>
              <a:xfrm>
                <a:off x="4471542" y="4455190"/>
                <a:ext cx="68530" cy="6856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959" extrusionOk="0">
                    <a:moveTo>
                      <a:pt x="248" y="0"/>
                    </a:moveTo>
                    <a:cubicBezTo>
                      <a:pt x="113" y="0"/>
                      <a:pt x="1" y="113"/>
                      <a:pt x="1" y="248"/>
                    </a:cubicBezTo>
                    <a:lnTo>
                      <a:pt x="1" y="1711"/>
                    </a:lnTo>
                    <a:cubicBezTo>
                      <a:pt x="1" y="1850"/>
                      <a:pt x="113" y="1959"/>
                      <a:pt x="248" y="1959"/>
                    </a:cubicBezTo>
                    <a:lnTo>
                      <a:pt x="1710" y="1959"/>
                    </a:lnTo>
                    <a:cubicBezTo>
                      <a:pt x="1845" y="1959"/>
                      <a:pt x="1958" y="1850"/>
                      <a:pt x="1958" y="1711"/>
                    </a:cubicBezTo>
                    <a:cubicBezTo>
                      <a:pt x="1958" y="1575"/>
                      <a:pt x="1845" y="1463"/>
                      <a:pt x="1710" y="1463"/>
                    </a:cubicBezTo>
                    <a:lnTo>
                      <a:pt x="495" y="1463"/>
                    </a:lnTo>
                    <a:lnTo>
                      <a:pt x="495" y="248"/>
                    </a:lnTo>
                    <a:cubicBezTo>
                      <a:pt x="495" y="113"/>
                      <a:pt x="383" y="0"/>
                      <a:pt x="2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92" name="Google Shape;2592;p69"/>
          <p:cNvGrpSpPr/>
          <p:nvPr/>
        </p:nvGrpSpPr>
        <p:grpSpPr>
          <a:xfrm>
            <a:off x="2316329" y="2077127"/>
            <a:ext cx="646112" cy="646129"/>
            <a:chOff x="2389708" y="2922863"/>
            <a:chExt cx="300378" cy="300385"/>
          </a:xfrm>
        </p:grpSpPr>
        <p:sp>
          <p:nvSpPr>
            <p:cNvPr id="2593" name="Google Shape;2593;p69"/>
            <p:cNvSpPr/>
            <p:nvPr/>
          </p:nvSpPr>
          <p:spPr>
            <a:xfrm>
              <a:off x="2389708" y="2922863"/>
              <a:ext cx="300378" cy="300385"/>
            </a:xfrm>
            <a:custGeom>
              <a:avLst/>
              <a:gdLst/>
              <a:ahLst/>
              <a:cxnLst/>
              <a:rect l="l" t="t" r="r" b="b"/>
              <a:pathLst>
                <a:path w="39680" h="39681" extrusionOk="0">
                  <a:moveTo>
                    <a:pt x="19840" y="1"/>
                  </a:moveTo>
                  <a:cubicBezTo>
                    <a:pt x="8884" y="1"/>
                    <a:pt x="1" y="8884"/>
                    <a:pt x="1" y="19840"/>
                  </a:cubicBezTo>
                  <a:cubicBezTo>
                    <a:pt x="1" y="30797"/>
                    <a:pt x="8884" y="39680"/>
                    <a:pt x="19840" y="39680"/>
                  </a:cubicBezTo>
                  <a:cubicBezTo>
                    <a:pt x="30797" y="39680"/>
                    <a:pt x="39680" y="30797"/>
                    <a:pt x="39680" y="19840"/>
                  </a:cubicBezTo>
                  <a:cubicBezTo>
                    <a:pt x="39680" y="8884"/>
                    <a:pt x="30797" y="1"/>
                    <a:pt x="198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69"/>
            <p:cNvSpPr/>
            <p:nvPr/>
          </p:nvSpPr>
          <p:spPr>
            <a:xfrm>
              <a:off x="2488850" y="3005373"/>
              <a:ext cx="135374" cy="135374"/>
            </a:xfrm>
            <a:custGeom>
              <a:avLst/>
              <a:gdLst/>
              <a:ahLst/>
              <a:cxnLst/>
              <a:rect l="l" t="t" r="r" b="b"/>
              <a:pathLst>
                <a:path w="17883" h="17883" extrusionOk="0">
                  <a:moveTo>
                    <a:pt x="0" y="1"/>
                  </a:moveTo>
                  <a:lnTo>
                    <a:pt x="0" y="17882"/>
                  </a:lnTo>
                  <a:lnTo>
                    <a:pt x="17883" y="894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4DF93C0-F88E-4409-B2E6-377E47047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" y="781007"/>
            <a:ext cx="4513784" cy="352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514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7" name="Google Shape;2547;p69"/>
          <p:cNvSpPr txBox="1">
            <a:spLocks noGrp="1"/>
          </p:cNvSpPr>
          <p:nvPr>
            <p:ph type="title"/>
          </p:nvPr>
        </p:nvSpPr>
        <p:spPr>
          <a:xfrm>
            <a:off x="5537000" y="1005840"/>
            <a:ext cx="3165040" cy="96537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Главное меню</a:t>
            </a:r>
            <a:endParaRPr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548" name="Google Shape;2548;p69"/>
          <p:cNvSpPr txBox="1">
            <a:spLocks noGrp="1"/>
          </p:cNvSpPr>
          <p:nvPr>
            <p:ph type="subTitle" idx="1"/>
          </p:nvPr>
        </p:nvSpPr>
        <p:spPr>
          <a:xfrm>
            <a:off x="5537000" y="2215050"/>
            <a:ext cx="2894100" cy="130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Добавление, удаление, импорт из файла и сохранение</a:t>
            </a:r>
          </a:p>
        </p:txBody>
      </p:sp>
      <p:grpSp>
        <p:nvGrpSpPr>
          <p:cNvPr id="2550" name="Google Shape;2550;p69"/>
          <p:cNvGrpSpPr/>
          <p:nvPr/>
        </p:nvGrpSpPr>
        <p:grpSpPr>
          <a:xfrm>
            <a:off x="983343" y="3508828"/>
            <a:ext cx="3311448" cy="326519"/>
            <a:chOff x="4841943" y="3886997"/>
            <a:chExt cx="3311448" cy="326519"/>
          </a:xfrm>
        </p:grpSpPr>
        <p:grpSp>
          <p:nvGrpSpPr>
            <p:cNvPr id="2551" name="Google Shape;2551;p69"/>
            <p:cNvGrpSpPr/>
            <p:nvPr/>
          </p:nvGrpSpPr>
          <p:grpSpPr>
            <a:xfrm>
              <a:off x="4841949" y="3886997"/>
              <a:ext cx="3311442" cy="95507"/>
              <a:chOff x="5238562" y="4064338"/>
              <a:chExt cx="2868043" cy="82719"/>
            </a:xfrm>
          </p:grpSpPr>
          <p:sp>
            <p:nvSpPr>
              <p:cNvPr id="2552" name="Google Shape;2552;p69"/>
              <p:cNvSpPr/>
              <p:nvPr/>
            </p:nvSpPr>
            <p:spPr>
              <a:xfrm>
                <a:off x="5238825" y="4091082"/>
                <a:ext cx="2867780" cy="29230"/>
              </a:xfrm>
              <a:custGeom>
                <a:avLst/>
                <a:gdLst/>
                <a:ahLst/>
                <a:cxnLst/>
                <a:rect l="l" t="t" r="r" b="b"/>
                <a:pathLst>
                  <a:path w="214976" h="1150" extrusionOk="0">
                    <a:moveTo>
                      <a:pt x="0" y="1"/>
                    </a:moveTo>
                    <a:lnTo>
                      <a:pt x="0" y="1149"/>
                    </a:lnTo>
                    <a:lnTo>
                      <a:pt x="214975" y="1149"/>
                    </a:lnTo>
                    <a:lnTo>
                      <a:pt x="21497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Google Shape;2553;p69"/>
              <p:cNvSpPr/>
              <p:nvPr/>
            </p:nvSpPr>
            <p:spPr>
              <a:xfrm>
                <a:off x="5238562" y="4091092"/>
                <a:ext cx="1052366" cy="29216"/>
              </a:xfrm>
              <a:custGeom>
                <a:avLst/>
                <a:gdLst/>
                <a:ahLst/>
                <a:cxnLst/>
                <a:rect l="l" t="t" r="r" b="b"/>
                <a:pathLst>
                  <a:path w="109110" h="1150" extrusionOk="0">
                    <a:moveTo>
                      <a:pt x="0" y="1"/>
                    </a:moveTo>
                    <a:lnTo>
                      <a:pt x="0" y="1149"/>
                    </a:lnTo>
                    <a:lnTo>
                      <a:pt x="109109" y="1149"/>
                    </a:lnTo>
                    <a:lnTo>
                      <a:pt x="10910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Google Shape;2554;p69"/>
              <p:cNvSpPr/>
              <p:nvPr/>
            </p:nvSpPr>
            <p:spPr>
              <a:xfrm>
                <a:off x="6244244" y="4064338"/>
                <a:ext cx="82693" cy="82719"/>
              </a:xfrm>
              <a:custGeom>
                <a:avLst/>
                <a:gdLst/>
                <a:ahLst/>
                <a:cxnLst/>
                <a:rect l="l" t="t" r="r" b="b"/>
                <a:pathLst>
                  <a:path w="3255" h="3256" extrusionOk="0">
                    <a:moveTo>
                      <a:pt x="1625" y="1"/>
                    </a:moveTo>
                    <a:cubicBezTo>
                      <a:pt x="728" y="1"/>
                      <a:pt x="1" y="729"/>
                      <a:pt x="1" y="1626"/>
                    </a:cubicBezTo>
                    <a:cubicBezTo>
                      <a:pt x="1" y="2527"/>
                      <a:pt x="728" y="3255"/>
                      <a:pt x="1625" y="3255"/>
                    </a:cubicBezTo>
                    <a:cubicBezTo>
                      <a:pt x="2527" y="3255"/>
                      <a:pt x="3254" y="2527"/>
                      <a:pt x="3254" y="1626"/>
                    </a:cubicBezTo>
                    <a:cubicBezTo>
                      <a:pt x="3254" y="729"/>
                      <a:pt x="2527" y="1"/>
                      <a:pt x="162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55" name="Google Shape;2555;p69"/>
            <p:cNvGrpSpPr/>
            <p:nvPr/>
          </p:nvGrpSpPr>
          <p:grpSpPr>
            <a:xfrm>
              <a:off x="4841943" y="4088524"/>
              <a:ext cx="1580463" cy="119299"/>
              <a:chOff x="950116" y="4374618"/>
              <a:chExt cx="1885769" cy="142345"/>
            </a:xfrm>
          </p:grpSpPr>
          <p:sp>
            <p:nvSpPr>
              <p:cNvPr id="2556" name="Google Shape;2556;p69"/>
              <p:cNvSpPr/>
              <p:nvPr/>
            </p:nvSpPr>
            <p:spPr>
              <a:xfrm>
                <a:off x="950116" y="4382213"/>
                <a:ext cx="127190" cy="127190"/>
              </a:xfrm>
              <a:custGeom>
                <a:avLst/>
                <a:gdLst/>
                <a:ahLst/>
                <a:cxnLst/>
                <a:rect l="l" t="t" r="r" b="b"/>
                <a:pathLst>
                  <a:path w="3634" h="3634" extrusionOk="0">
                    <a:moveTo>
                      <a:pt x="1" y="1"/>
                    </a:moveTo>
                    <a:lnTo>
                      <a:pt x="1" y="3633"/>
                    </a:lnTo>
                    <a:lnTo>
                      <a:pt x="3634" y="181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Google Shape;2557;p69"/>
              <p:cNvSpPr/>
              <p:nvPr/>
            </p:nvSpPr>
            <p:spPr>
              <a:xfrm>
                <a:off x="1239222" y="4399819"/>
                <a:ext cx="91980" cy="91945"/>
              </a:xfrm>
              <a:custGeom>
                <a:avLst/>
                <a:gdLst/>
                <a:ahLst/>
                <a:cxnLst/>
                <a:rect l="l" t="t" r="r" b="b"/>
                <a:pathLst>
                  <a:path w="2628" h="2627" extrusionOk="0">
                    <a:moveTo>
                      <a:pt x="1" y="0"/>
                    </a:moveTo>
                    <a:lnTo>
                      <a:pt x="1" y="2627"/>
                    </a:lnTo>
                    <a:lnTo>
                      <a:pt x="2628" y="131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Google Shape;2558;p69"/>
              <p:cNvSpPr/>
              <p:nvPr/>
            </p:nvSpPr>
            <p:spPr>
              <a:xfrm>
                <a:off x="1335509" y="4399819"/>
                <a:ext cx="11830" cy="91945"/>
              </a:xfrm>
              <a:custGeom>
                <a:avLst/>
                <a:gdLst/>
                <a:ahLst/>
                <a:cxnLst/>
                <a:rect l="l" t="t" r="r" b="b"/>
                <a:pathLst>
                  <a:path w="338" h="2627" extrusionOk="0">
                    <a:moveTo>
                      <a:pt x="0" y="0"/>
                    </a:moveTo>
                    <a:lnTo>
                      <a:pt x="0" y="2627"/>
                    </a:lnTo>
                    <a:lnTo>
                      <a:pt x="337" y="2627"/>
                    </a:lnTo>
                    <a:lnTo>
                      <a:pt x="3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Google Shape;2559;p69"/>
              <p:cNvSpPr/>
              <p:nvPr/>
            </p:nvSpPr>
            <p:spPr>
              <a:xfrm>
                <a:off x="1509218" y="4374618"/>
                <a:ext cx="96355" cy="142345"/>
              </a:xfrm>
              <a:custGeom>
                <a:avLst/>
                <a:gdLst/>
                <a:ahLst/>
                <a:cxnLst/>
                <a:rect l="l" t="t" r="r" b="b"/>
                <a:pathLst>
                  <a:path w="2753" h="4067" extrusionOk="0">
                    <a:moveTo>
                      <a:pt x="2752" y="1"/>
                    </a:moveTo>
                    <a:lnTo>
                      <a:pt x="1" y="2032"/>
                    </a:lnTo>
                    <a:lnTo>
                      <a:pt x="2752" y="4066"/>
                    </a:lnTo>
                    <a:lnTo>
                      <a:pt x="275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Google Shape;2560;p69"/>
              <p:cNvSpPr/>
              <p:nvPr/>
            </p:nvSpPr>
            <p:spPr>
              <a:xfrm>
                <a:off x="1509218" y="4410494"/>
                <a:ext cx="48545" cy="70455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2013" extrusionOk="0">
                    <a:moveTo>
                      <a:pt x="1" y="1"/>
                    </a:moveTo>
                    <a:lnTo>
                      <a:pt x="1" y="2013"/>
                    </a:lnTo>
                    <a:lnTo>
                      <a:pt x="1386" y="2013"/>
                    </a:lnTo>
                    <a:lnTo>
                      <a:pt x="138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Google Shape;2561;p69"/>
              <p:cNvSpPr/>
              <p:nvPr/>
            </p:nvSpPr>
            <p:spPr>
              <a:xfrm>
                <a:off x="1619855" y="4378013"/>
                <a:ext cx="54880" cy="135450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3870" extrusionOk="0">
                    <a:moveTo>
                      <a:pt x="1" y="0"/>
                    </a:moveTo>
                    <a:lnTo>
                      <a:pt x="1" y="426"/>
                    </a:lnTo>
                    <a:cubicBezTo>
                      <a:pt x="666" y="604"/>
                      <a:pt x="1161" y="1212"/>
                      <a:pt x="1161" y="1935"/>
                    </a:cubicBezTo>
                    <a:cubicBezTo>
                      <a:pt x="1161" y="2658"/>
                      <a:pt x="666" y="3266"/>
                      <a:pt x="1" y="3448"/>
                    </a:cubicBezTo>
                    <a:lnTo>
                      <a:pt x="1" y="3869"/>
                    </a:lnTo>
                    <a:cubicBezTo>
                      <a:pt x="895" y="3680"/>
                      <a:pt x="1568" y="2887"/>
                      <a:pt x="1568" y="1935"/>
                    </a:cubicBezTo>
                    <a:cubicBezTo>
                      <a:pt x="1568" y="983"/>
                      <a:pt x="895" y="19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Google Shape;2562;p69"/>
              <p:cNvSpPr/>
              <p:nvPr/>
            </p:nvSpPr>
            <p:spPr>
              <a:xfrm>
                <a:off x="1619855" y="4411859"/>
                <a:ext cx="27545" cy="67725"/>
              </a:xfrm>
              <a:custGeom>
                <a:avLst/>
                <a:gdLst/>
                <a:ahLst/>
                <a:cxnLst/>
                <a:rect l="l" t="t" r="r" b="b"/>
                <a:pathLst>
                  <a:path w="787" h="1935" extrusionOk="0">
                    <a:moveTo>
                      <a:pt x="1" y="1"/>
                    </a:moveTo>
                    <a:lnTo>
                      <a:pt x="1" y="1935"/>
                    </a:lnTo>
                    <a:cubicBezTo>
                      <a:pt x="450" y="1842"/>
                      <a:pt x="786" y="1444"/>
                      <a:pt x="786" y="968"/>
                    </a:cubicBezTo>
                    <a:cubicBezTo>
                      <a:pt x="786" y="492"/>
                      <a:pt x="450" y="97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Google Shape;2563;p69"/>
              <p:cNvSpPr/>
              <p:nvPr/>
            </p:nvSpPr>
            <p:spPr>
              <a:xfrm>
                <a:off x="1708302" y="4429849"/>
                <a:ext cx="397845" cy="31745"/>
              </a:xfrm>
              <a:custGeom>
                <a:avLst/>
                <a:gdLst/>
                <a:ahLst/>
                <a:cxnLst/>
                <a:rect l="l" t="t" r="r" b="b"/>
                <a:pathLst>
                  <a:path w="11367" h="907" extrusionOk="0">
                    <a:moveTo>
                      <a:pt x="0" y="1"/>
                    </a:moveTo>
                    <a:lnTo>
                      <a:pt x="0" y="906"/>
                    </a:lnTo>
                    <a:lnTo>
                      <a:pt x="11367" y="906"/>
                    </a:lnTo>
                    <a:lnTo>
                      <a:pt x="1136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Google Shape;2564;p69"/>
              <p:cNvSpPr/>
              <p:nvPr/>
            </p:nvSpPr>
            <p:spPr>
              <a:xfrm>
                <a:off x="2061320" y="4400904"/>
                <a:ext cx="89670" cy="89670"/>
              </a:xfrm>
              <a:custGeom>
                <a:avLst/>
                <a:gdLst/>
                <a:ahLst/>
                <a:cxnLst/>
                <a:rect l="l" t="t" r="r" b="b"/>
                <a:pathLst>
                  <a:path w="2562" h="2562" extrusionOk="0">
                    <a:moveTo>
                      <a:pt x="1281" y="1"/>
                    </a:moveTo>
                    <a:cubicBezTo>
                      <a:pt x="573" y="1"/>
                      <a:pt x="1" y="576"/>
                      <a:pt x="1" y="1281"/>
                    </a:cubicBezTo>
                    <a:cubicBezTo>
                      <a:pt x="1" y="1989"/>
                      <a:pt x="573" y="2562"/>
                      <a:pt x="1281" y="2562"/>
                    </a:cubicBezTo>
                    <a:cubicBezTo>
                      <a:pt x="1989" y="2562"/>
                      <a:pt x="2561" y="1989"/>
                      <a:pt x="2561" y="1281"/>
                    </a:cubicBezTo>
                    <a:cubicBezTo>
                      <a:pt x="2561" y="576"/>
                      <a:pt x="1989" y="1"/>
                      <a:pt x="128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Google Shape;2565;p69"/>
              <p:cNvSpPr/>
              <p:nvPr/>
            </p:nvSpPr>
            <p:spPr>
              <a:xfrm>
                <a:off x="2317245" y="4405769"/>
                <a:ext cx="54740" cy="83300"/>
              </a:xfrm>
              <a:custGeom>
                <a:avLst/>
                <a:gdLst/>
                <a:ahLst/>
                <a:cxnLst/>
                <a:rect l="l" t="t" r="r" b="b"/>
                <a:pathLst>
                  <a:path w="1564" h="2380" extrusionOk="0">
                    <a:moveTo>
                      <a:pt x="786" y="241"/>
                    </a:moveTo>
                    <a:cubicBezTo>
                      <a:pt x="1107" y="241"/>
                      <a:pt x="1250" y="616"/>
                      <a:pt x="1250" y="1180"/>
                    </a:cubicBezTo>
                    <a:cubicBezTo>
                      <a:pt x="1250" y="1769"/>
                      <a:pt x="1099" y="2140"/>
                      <a:pt x="782" y="2140"/>
                    </a:cubicBezTo>
                    <a:cubicBezTo>
                      <a:pt x="496" y="2140"/>
                      <a:pt x="314" y="1799"/>
                      <a:pt x="314" y="1200"/>
                    </a:cubicBezTo>
                    <a:cubicBezTo>
                      <a:pt x="314" y="573"/>
                      <a:pt x="511" y="241"/>
                      <a:pt x="786" y="241"/>
                    </a:cubicBezTo>
                    <a:close/>
                    <a:moveTo>
                      <a:pt x="801" y="1"/>
                    </a:moveTo>
                    <a:cubicBezTo>
                      <a:pt x="333" y="1"/>
                      <a:pt x="1" y="426"/>
                      <a:pt x="1" y="1196"/>
                    </a:cubicBezTo>
                    <a:cubicBezTo>
                      <a:pt x="8" y="1958"/>
                      <a:pt x="314" y="2380"/>
                      <a:pt x="763" y="2380"/>
                    </a:cubicBezTo>
                    <a:cubicBezTo>
                      <a:pt x="1274" y="2380"/>
                      <a:pt x="1563" y="1946"/>
                      <a:pt x="1563" y="1165"/>
                    </a:cubicBezTo>
                    <a:cubicBezTo>
                      <a:pt x="1563" y="434"/>
                      <a:pt x="1285" y="1"/>
                      <a:pt x="8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Google Shape;2566;p69"/>
              <p:cNvSpPr/>
              <p:nvPr/>
            </p:nvSpPr>
            <p:spPr>
              <a:xfrm>
                <a:off x="2382767" y="4429849"/>
                <a:ext cx="14840" cy="59220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692" extrusionOk="0">
                    <a:moveTo>
                      <a:pt x="214" y="1"/>
                    </a:moveTo>
                    <a:cubicBezTo>
                      <a:pt x="90" y="1"/>
                      <a:pt x="1" y="94"/>
                      <a:pt x="1" y="222"/>
                    </a:cubicBezTo>
                    <a:cubicBezTo>
                      <a:pt x="1" y="345"/>
                      <a:pt x="86" y="442"/>
                      <a:pt x="209" y="442"/>
                    </a:cubicBezTo>
                    <a:cubicBezTo>
                      <a:pt x="341" y="442"/>
                      <a:pt x="423" y="345"/>
                      <a:pt x="423" y="222"/>
                    </a:cubicBezTo>
                    <a:cubicBezTo>
                      <a:pt x="418" y="94"/>
                      <a:pt x="338" y="1"/>
                      <a:pt x="214" y="1"/>
                    </a:cubicBezTo>
                    <a:close/>
                    <a:moveTo>
                      <a:pt x="214" y="1251"/>
                    </a:moveTo>
                    <a:cubicBezTo>
                      <a:pt x="90" y="1251"/>
                      <a:pt x="1" y="1340"/>
                      <a:pt x="1" y="1472"/>
                    </a:cubicBezTo>
                    <a:cubicBezTo>
                      <a:pt x="1" y="1595"/>
                      <a:pt x="86" y="1692"/>
                      <a:pt x="209" y="1692"/>
                    </a:cubicBezTo>
                    <a:cubicBezTo>
                      <a:pt x="341" y="1692"/>
                      <a:pt x="423" y="1595"/>
                      <a:pt x="423" y="1472"/>
                    </a:cubicBezTo>
                    <a:cubicBezTo>
                      <a:pt x="418" y="1340"/>
                      <a:pt x="338" y="1251"/>
                      <a:pt x="214" y="12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Google Shape;2567;p69"/>
              <p:cNvSpPr/>
              <p:nvPr/>
            </p:nvSpPr>
            <p:spPr>
              <a:xfrm>
                <a:off x="2407127" y="4407134"/>
                <a:ext cx="50155" cy="81935"/>
              </a:xfrm>
              <a:custGeom>
                <a:avLst/>
                <a:gdLst/>
                <a:ahLst/>
                <a:cxnLst/>
                <a:rect l="l" t="t" r="r" b="b"/>
                <a:pathLst>
                  <a:path w="1433" h="2341" extrusionOk="0">
                    <a:moveTo>
                      <a:pt x="288" y="0"/>
                    </a:moveTo>
                    <a:lnTo>
                      <a:pt x="136" y="1107"/>
                    </a:lnTo>
                    <a:cubicBezTo>
                      <a:pt x="222" y="1095"/>
                      <a:pt x="326" y="1080"/>
                      <a:pt x="458" y="1080"/>
                    </a:cubicBezTo>
                    <a:cubicBezTo>
                      <a:pt x="915" y="1080"/>
                      <a:pt x="1115" y="1293"/>
                      <a:pt x="1120" y="1591"/>
                    </a:cubicBezTo>
                    <a:cubicBezTo>
                      <a:pt x="1120" y="1900"/>
                      <a:pt x="868" y="2089"/>
                      <a:pt x="574" y="2089"/>
                    </a:cubicBezTo>
                    <a:cubicBezTo>
                      <a:pt x="365" y="2089"/>
                      <a:pt x="175" y="2020"/>
                      <a:pt x="83" y="1962"/>
                    </a:cubicBezTo>
                    <a:lnTo>
                      <a:pt x="1" y="2198"/>
                    </a:lnTo>
                    <a:cubicBezTo>
                      <a:pt x="113" y="2271"/>
                      <a:pt x="326" y="2341"/>
                      <a:pt x="578" y="2341"/>
                    </a:cubicBezTo>
                    <a:cubicBezTo>
                      <a:pt x="1077" y="2341"/>
                      <a:pt x="1433" y="2005"/>
                      <a:pt x="1433" y="1555"/>
                    </a:cubicBezTo>
                    <a:cubicBezTo>
                      <a:pt x="1433" y="1266"/>
                      <a:pt x="1286" y="1068"/>
                      <a:pt x="1104" y="964"/>
                    </a:cubicBezTo>
                    <a:cubicBezTo>
                      <a:pt x="961" y="878"/>
                      <a:pt x="786" y="839"/>
                      <a:pt x="609" y="839"/>
                    </a:cubicBezTo>
                    <a:cubicBezTo>
                      <a:pt x="524" y="839"/>
                      <a:pt x="474" y="848"/>
                      <a:pt x="419" y="855"/>
                    </a:cubicBezTo>
                    <a:lnTo>
                      <a:pt x="508" y="264"/>
                    </a:lnTo>
                    <a:lnTo>
                      <a:pt x="1386" y="264"/>
                    </a:lnTo>
                    <a:lnTo>
                      <a:pt x="138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Google Shape;2568;p69"/>
              <p:cNvSpPr/>
              <p:nvPr/>
            </p:nvSpPr>
            <p:spPr>
              <a:xfrm>
                <a:off x="2469988" y="4405769"/>
                <a:ext cx="54740" cy="83300"/>
              </a:xfrm>
              <a:custGeom>
                <a:avLst/>
                <a:gdLst/>
                <a:ahLst/>
                <a:cxnLst/>
                <a:rect l="l" t="t" r="r" b="b"/>
                <a:pathLst>
                  <a:path w="1564" h="2380" extrusionOk="0">
                    <a:moveTo>
                      <a:pt x="782" y="241"/>
                    </a:moveTo>
                    <a:cubicBezTo>
                      <a:pt x="1107" y="241"/>
                      <a:pt x="1250" y="616"/>
                      <a:pt x="1250" y="1180"/>
                    </a:cubicBezTo>
                    <a:cubicBezTo>
                      <a:pt x="1250" y="1769"/>
                      <a:pt x="1099" y="2140"/>
                      <a:pt x="778" y="2140"/>
                    </a:cubicBezTo>
                    <a:cubicBezTo>
                      <a:pt x="496" y="2140"/>
                      <a:pt x="314" y="1799"/>
                      <a:pt x="314" y="1200"/>
                    </a:cubicBezTo>
                    <a:cubicBezTo>
                      <a:pt x="314" y="573"/>
                      <a:pt x="511" y="241"/>
                      <a:pt x="782" y="241"/>
                    </a:cubicBezTo>
                    <a:close/>
                    <a:moveTo>
                      <a:pt x="801" y="1"/>
                    </a:moveTo>
                    <a:cubicBezTo>
                      <a:pt x="333" y="1"/>
                      <a:pt x="1" y="426"/>
                      <a:pt x="1" y="1196"/>
                    </a:cubicBezTo>
                    <a:cubicBezTo>
                      <a:pt x="8" y="1958"/>
                      <a:pt x="314" y="2380"/>
                      <a:pt x="763" y="2380"/>
                    </a:cubicBezTo>
                    <a:cubicBezTo>
                      <a:pt x="1274" y="2380"/>
                      <a:pt x="1563" y="1946"/>
                      <a:pt x="1563" y="1165"/>
                    </a:cubicBezTo>
                    <a:cubicBezTo>
                      <a:pt x="1563" y="434"/>
                      <a:pt x="1285" y="1"/>
                      <a:pt x="8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Google Shape;2569;p69"/>
              <p:cNvSpPr/>
              <p:nvPr/>
            </p:nvSpPr>
            <p:spPr>
              <a:xfrm>
                <a:off x="2555180" y="4402794"/>
                <a:ext cx="43085" cy="89950"/>
              </a:xfrm>
              <a:custGeom>
                <a:avLst/>
                <a:gdLst/>
                <a:ahLst/>
                <a:cxnLst/>
                <a:rect l="l" t="t" r="r" b="b"/>
                <a:pathLst>
                  <a:path w="1231" h="2570" extrusionOk="0">
                    <a:moveTo>
                      <a:pt x="990" y="1"/>
                    </a:moveTo>
                    <a:lnTo>
                      <a:pt x="0" y="2570"/>
                    </a:lnTo>
                    <a:lnTo>
                      <a:pt x="240" y="2570"/>
                    </a:lnTo>
                    <a:lnTo>
                      <a:pt x="123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Google Shape;2570;p69"/>
              <p:cNvSpPr/>
              <p:nvPr/>
            </p:nvSpPr>
            <p:spPr>
              <a:xfrm>
                <a:off x="2629627" y="4405769"/>
                <a:ext cx="51520" cy="81935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2341" extrusionOk="0">
                    <a:moveTo>
                      <a:pt x="709" y="1"/>
                    </a:moveTo>
                    <a:cubicBezTo>
                      <a:pt x="445" y="1"/>
                      <a:pt x="218" y="101"/>
                      <a:pt x="59" y="237"/>
                    </a:cubicBezTo>
                    <a:lnTo>
                      <a:pt x="156" y="453"/>
                    </a:lnTo>
                    <a:cubicBezTo>
                      <a:pt x="264" y="364"/>
                      <a:pt x="438" y="260"/>
                      <a:pt x="647" y="260"/>
                    </a:cubicBezTo>
                    <a:cubicBezTo>
                      <a:pt x="988" y="260"/>
                      <a:pt x="1104" y="476"/>
                      <a:pt x="1104" y="708"/>
                    </a:cubicBezTo>
                    <a:cubicBezTo>
                      <a:pt x="1100" y="1057"/>
                      <a:pt x="833" y="1355"/>
                      <a:pt x="245" y="1912"/>
                    </a:cubicBezTo>
                    <a:lnTo>
                      <a:pt x="1" y="2151"/>
                    </a:lnTo>
                    <a:lnTo>
                      <a:pt x="1" y="2341"/>
                    </a:lnTo>
                    <a:lnTo>
                      <a:pt x="1471" y="2341"/>
                    </a:lnTo>
                    <a:lnTo>
                      <a:pt x="1471" y="2082"/>
                    </a:lnTo>
                    <a:lnTo>
                      <a:pt x="438" y="2082"/>
                    </a:lnTo>
                    <a:lnTo>
                      <a:pt x="438" y="2074"/>
                    </a:lnTo>
                    <a:lnTo>
                      <a:pt x="620" y="1904"/>
                    </a:lnTo>
                    <a:cubicBezTo>
                      <a:pt x="1107" y="1440"/>
                      <a:pt x="1413" y="1096"/>
                      <a:pt x="1413" y="669"/>
                    </a:cubicBezTo>
                    <a:cubicBezTo>
                      <a:pt x="1413" y="341"/>
                      <a:pt x="1204" y="1"/>
                      <a:pt x="70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Google Shape;2571;p69"/>
              <p:cNvSpPr/>
              <p:nvPr/>
            </p:nvSpPr>
            <p:spPr>
              <a:xfrm>
                <a:off x="2694098" y="4429849"/>
                <a:ext cx="14805" cy="59220"/>
              </a:xfrm>
              <a:custGeom>
                <a:avLst/>
                <a:gdLst/>
                <a:ahLst/>
                <a:cxnLst/>
                <a:rect l="l" t="t" r="r" b="b"/>
                <a:pathLst>
                  <a:path w="423" h="1692" extrusionOk="0">
                    <a:moveTo>
                      <a:pt x="213" y="1"/>
                    </a:moveTo>
                    <a:cubicBezTo>
                      <a:pt x="89" y="1"/>
                      <a:pt x="1" y="94"/>
                      <a:pt x="1" y="222"/>
                    </a:cubicBezTo>
                    <a:cubicBezTo>
                      <a:pt x="1" y="345"/>
                      <a:pt x="85" y="442"/>
                      <a:pt x="210" y="442"/>
                    </a:cubicBezTo>
                    <a:cubicBezTo>
                      <a:pt x="341" y="442"/>
                      <a:pt x="422" y="345"/>
                      <a:pt x="422" y="222"/>
                    </a:cubicBezTo>
                    <a:cubicBezTo>
                      <a:pt x="419" y="94"/>
                      <a:pt x="337" y="1"/>
                      <a:pt x="213" y="1"/>
                    </a:cubicBezTo>
                    <a:close/>
                    <a:moveTo>
                      <a:pt x="213" y="1251"/>
                    </a:moveTo>
                    <a:cubicBezTo>
                      <a:pt x="89" y="1251"/>
                      <a:pt x="1" y="1340"/>
                      <a:pt x="1" y="1472"/>
                    </a:cubicBezTo>
                    <a:cubicBezTo>
                      <a:pt x="1" y="1595"/>
                      <a:pt x="85" y="1692"/>
                      <a:pt x="210" y="1692"/>
                    </a:cubicBezTo>
                    <a:cubicBezTo>
                      <a:pt x="341" y="1692"/>
                      <a:pt x="422" y="1595"/>
                      <a:pt x="422" y="1472"/>
                    </a:cubicBezTo>
                    <a:cubicBezTo>
                      <a:pt x="419" y="1340"/>
                      <a:pt x="337" y="1251"/>
                      <a:pt x="213" y="12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Google Shape;2572;p69"/>
              <p:cNvSpPr/>
              <p:nvPr/>
            </p:nvSpPr>
            <p:spPr>
              <a:xfrm>
                <a:off x="2718494" y="4407134"/>
                <a:ext cx="50085" cy="81935"/>
              </a:xfrm>
              <a:custGeom>
                <a:avLst/>
                <a:gdLst/>
                <a:ahLst/>
                <a:cxnLst/>
                <a:rect l="l" t="t" r="r" b="b"/>
                <a:pathLst>
                  <a:path w="1431" h="2341" extrusionOk="0">
                    <a:moveTo>
                      <a:pt x="282" y="0"/>
                    </a:moveTo>
                    <a:lnTo>
                      <a:pt x="135" y="1107"/>
                    </a:lnTo>
                    <a:cubicBezTo>
                      <a:pt x="220" y="1095"/>
                      <a:pt x="320" y="1080"/>
                      <a:pt x="452" y="1080"/>
                    </a:cubicBezTo>
                    <a:cubicBezTo>
                      <a:pt x="913" y="1080"/>
                      <a:pt x="1110" y="1293"/>
                      <a:pt x="1114" y="1591"/>
                    </a:cubicBezTo>
                    <a:cubicBezTo>
                      <a:pt x="1114" y="1900"/>
                      <a:pt x="863" y="2089"/>
                      <a:pt x="568" y="2089"/>
                    </a:cubicBezTo>
                    <a:cubicBezTo>
                      <a:pt x="359" y="2089"/>
                      <a:pt x="174" y="2020"/>
                      <a:pt x="77" y="1962"/>
                    </a:cubicBezTo>
                    <a:lnTo>
                      <a:pt x="0" y="2198"/>
                    </a:lnTo>
                    <a:cubicBezTo>
                      <a:pt x="108" y="2271"/>
                      <a:pt x="320" y="2341"/>
                      <a:pt x="572" y="2341"/>
                    </a:cubicBezTo>
                    <a:cubicBezTo>
                      <a:pt x="1072" y="2341"/>
                      <a:pt x="1431" y="2005"/>
                      <a:pt x="1431" y="1555"/>
                    </a:cubicBezTo>
                    <a:cubicBezTo>
                      <a:pt x="1431" y="1266"/>
                      <a:pt x="1281" y="1068"/>
                      <a:pt x="1099" y="964"/>
                    </a:cubicBezTo>
                    <a:cubicBezTo>
                      <a:pt x="959" y="878"/>
                      <a:pt x="781" y="839"/>
                      <a:pt x="604" y="839"/>
                    </a:cubicBezTo>
                    <a:cubicBezTo>
                      <a:pt x="518" y="839"/>
                      <a:pt x="472" y="848"/>
                      <a:pt x="418" y="855"/>
                    </a:cubicBezTo>
                    <a:lnTo>
                      <a:pt x="506" y="264"/>
                    </a:lnTo>
                    <a:lnTo>
                      <a:pt x="1385" y="264"/>
                    </a:lnTo>
                    <a:lnTo>
                      <a:pt x="13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Google Shape;2573;p69"/>
              <p:cNvSpPr/>
              <p:nvPr/>
            </p:nvSpPr>
            <p:spPr>
              <a:xfrm>
                <a:off x="2781285" y="4405769"/>
                <a:ext cx="54600" cy="83300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2380" extrusionOk="0">
                    <a:moveTo>
                      <a:pt x="783" y="241"/>
                    </a:moveTo>
                    <a:cubicBezTo>
                      <a:pt x="1103" y="241"/>
                      <a:pt x="1251" y="616"/>
                      <a:pt x="1251" y="1180"/>
                    </a:cubicBezTo>
                    <a:cubicBezTo>
                      <a:pt x="1251" y="1769"/>
                      <a:pt x="1096" y="2140"/>
                      <a:pt x="778" y="2140"/>
                    </a:cubicBezTo>
                    <a:cubicBezTo>
                      <a:pt x="496" y="2140"/>
                      <a:pt x="310" y="1799"/>
                      <a:pt x="310" y="1200"/>
                    </a:cubicBezTo>
                    <a:cubicBezTo>
                      <a:pt x="310" y="573"/>
                      <a:pt x="508" y="241"/>
                      <a:pt x="783" y="241"/>
                    </a:cubicBezTo>
                    <a:close/>
                    <a:moveTo>
                      <a:pt x="798" y="1"/>
                    </a:moveTo>
                    <a:cubicBezTo>
                      <a:pt x="333" y="1"/>
                      <a:pt x="1" y="426"/>
                      <a:pt x="1" y="1196"/>
                    </a:cubicBezTo>
                    <a:cubicBezTo>
                      <a:pt x="8" y="1958"/>
                      <a:pt x="310" y="2380"/>
                      <a:pt x="760" y="2380"/>
                    </a:cubicBezTo>
                    <a:cubicBezTo>
                      <a:pt x="1270" y="2380"/>
                      <a:pt x="1560" y="1946"/>
                      <a:pt x="1560" y="1165"/>
                    </a:cubicBezTo>
                    <a:cubicBezTo>
                      <a:pt x="1560" y="434"/>
                      <a:pt x="1285" y="1"/>
                      <a:pt x="79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74" name="Google Shape;2574;p69"/>
            <p:cNvGrpSpPr/>
            <p:nvPr/>
          </p:nvGrpSpPr>
          <p:grpSpPr>
            <a:xfrm>
              <a:off x="6740408" y="4082745"/>
              <a:ext cx="1412936" cy="130770"/>
              <a:chOff x="2935989" y="4367723"/>
              <a:chExt cx="1685879" cy="156032"/>
            </a:xfrm>
          </p:grpSpPr>
          <p:sp>
            <p:nvSpPr>
              <p:cNvPr id="2575" name="Google Shape;2575;p69"/>
              <p:cNvSpPr/>
              <p:nvPr/>
            </p:nvSpPr>
            <p:spPr>
              <a:xfrm>
                <a:off x="2935989" y="4376368"/>
                <a:ext cx="179165" cy="138705"/>
              </a:xfrm>
              <a:custGeom>
                <a:avLst/>
                <a:gdLst/>
                <a:ahLst/>
                <a:cxnLst/>
                <a:rect l="l" t="t" r="r" b="b"/>
                <a:pathLst>
                  <a:path w="5119" h="3963" extrusionOk="0">
                    <a:moveTo>
                      <a:pt x="1323" y="1761"/>
                    </a:moveTo>
                    <a:lnTo>
                      <a:pt x="1323" y="2202"/>
                    </a:lnTo>
                    <a:lnTo>
                      <a:pt x="495" y="2202"/>
                    </a:lnTo>
                    <a:lnTo>
                      <a:pt x="495" y="1761"/>
                    </a:lnTo>
                    <a:close/>
                    <a:moveTo>
                      <a:pt x="4515" y="1761"/>
                    </a:moveTo>
                    <a:lnTo>
                      <a:pt x="4515" y="2202"/>
                    </a:lnTo>
                    <a:lnTo>
                      <a:pt x="1872" y="2202"/>
                    </a:lnTo>
                    <a:lnTo>
                      <a:pt x="1872" y="1761"/>
                    </a:lnTo>
                    <a:close/>
                    <a:moveTo>
                      <a:pt x="3191" y="2698"/>
                    </a:moveTo>
                    <a:lnTo>
                      <a:pt x="3191" y="3139"/>
                    </a:lnTo>
                    <a:lnTo>
                      <a:pt x="549" y="3139"/>
                    </a:lnTo>
                    <a:lnTo>
                      <a:pt x="549" y="2698"/>
                    </a:lnTo>
                    <a:close/>
                    <a:moveTo>
                      <a:pt x="4569" y="2698"/>
                    </a:moveTo>
                    <a:lnTo>
                      <a:pt x="4569" y="3139"/>
                    </a:lnTo>
                    <a:lnTo>
                      <a:pt x="3745" y="3139"/>
                    </a:lnTo>
                    <a:lnTo>
                      <a:pt x="3745" y="2698"/>
                    </a:lnTo>
                    <a:close/>
                    <a:moveTo>
                      <a:pt x="538" y="1"/>
                    </a:moveTo>
                    <a:cubicBezTo>
                      <a:pt x="240" y="1"/>
                      <a:pt x="0" y="241"/>
                      <a:pt x="0" y="539"/>
                    </a:cubicBezTo>
                    <a:lnTo>
                      <a:pt x="0" y="3429"/>
                    </a:lnTo>
                    <a:cubicBezTo>
                      <a:pt x="0" y="3723"/>
                      <a:pt x="240" y="3963"/>
                      <a:pt x="538" y="3963"/>
                    </a:cubicBezTo>
                    <a:lnTo>
                      <a:pt x="4584" y="3963"/>
                    </a:lnTo>
                    <a:cubicBezTo>
                      <a:pt x="4878" y="3963"/>
                      <a:pt x="5118" y="3723"/>
                      <a:pt x="5118" y="3429"/>
                    </a:cubicBezTo>
                    <a:lnTo>
                      <a:pt x="5118" y="539"/>
                    </a:lnTo>
                    <a:cubicBezTo>
                      <a:pt x="5118" y="241"/>
                      <a:pt x="4878" y="1"/>
                      <a:pt x="458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Google Shape;2576;p69"/>
              <p:cNvSpPr/>
              <p:nvPr/>
            </p:nvSpPr>
            <p:spPr>
              <a:xfrm>
                <a:off x="3835089" y="4383858"/>
                <a:ext cx="196525" cy="123760"/>
              </a:xfrm>
              <a:custGeom>
                <a:avLst/>
                <a:gdLst/>
                <a:ahLst/>
                <a:cxnLst/>
                <a:rect l="l" t="t" r="r" b="b"/>
                <a:pathLst>
                  <a:path w="5615" h="3536" extrusionOk="0">
                    <a:moveTo>
                      <a:pt x="5119" y="495"/>
                    </a:moveTo>
                    <a:lnTo>
                      <a:pt x="5119" y="3041"/>
                    </a:lnTo>
                    <a:lnTo>
                      <a:pt x="496" y="3041"/>
                    </a:lnTo>
                    <a:lnTo>
                      <a:pt x="496" y="495"/>
                    </a:lnTo>
                    <a:close/>
                    <a:moveTo>
                      <a:pt x="248" y="0"/>
                    </a:moveTo>
                    <a:cubicBezTo>
                      <a:pt x="109" y="0"/>
                      <a:pt x="0" y="112"/>
                      <a:pt x="0" y="247"/>
                    </a:cubicBezTo>
                    <a:lnTo>
                      <a:pt x="0" y="3288"/>
                    </a:lnTo>
                    <a:cubicBezTo>
                      <a:pt x="0" y="3424"/>
                      <a:pt x="109" y="3536"/>
                      <a:pt x="248" y="3536"/>
                    </a:cubicBezTo>
                    <a:lnTo>
                      <a:pt x="5367" y="3536"/>
                    </a:lnTo>
                    <a:cubicBezTo>
                      <a:pt x="5502" y="3536"/>
                      <a:pt x="5614" y="3424"/>
                      <a:pt x="5614" y="3288"/>
                    </a:cubicBezTo>
                    <a:lnTo>
                      <a:pt x="5614" y="247"/>
                    </a:lnTo>
                    <a:cubicBezTo>
                      <a:pt x="5614" y="112"/>
                      <a:pt x="5502" y="0"/>
                      <a:pt x="53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Google Shape;2577;p69"/>
              <p:cNvSpPr/>
              <p:nvPr/>
            </p:nvSpPr>
            <p:spPr>
              <a:xfrm>
                <a:off x="3239271" y="4379378"/>
                <a:ext cx="129115" cy="132720"/>
              </a:xfrm>
              <a:custGeom>
                <a:avLst/>
                <a:gdLst/>
                <a:ahLst/>
                <a:cxnLst/>
                <a:rect l="l" t="t" r="r" b="b"/>
                <a:pathLst>
                  <a:path w="3689" h="3792" extrusionOk="0">
                    <a:moveTo>
                      <a:pt x="1847" y="1173"/>
                    </a:moveTo>
                    <a:cubicBezTo>
                      <a:pt x="2245" y="1173"/>
                      <a:pt x="2570" y="1498"/>
                      <a:pt x="2570" y="1896"/>
                    </a:cubicBezTo>
                    <a:cubicBezTo>
                      <a:pt x="2570" y="2298"/>
                      <a:pt x="2245" y="2619"/>
                      <a:pt x="1847" y="2619"/>
                    </a:cubicBezTo>
                    <a:cubicBezTo>
                      <a:pt x="1444" y="2619"/>
                      <a:pt x="1119" y="2298"/>
                      <a:pt x="1119" y="1896"/>
                    </a:cubicBezTo>
                    <a:cubicBezTo>
                      <a:pt x="1119" y="1498"/>
                      <a:pt x="1444" y="1173"/>
                      <a:pt x="1847" y="1173"/>
                    </a:cubicBezTo>
                    <a:close/>
                    <a:moveTo>
                      <a:pt x="1336" y="0"/>
                    </a:moveTo>
                    <a:lnTo>
                      <a:pt x="1258" y="766"/>
                    </a:lnTo>
                    <a:lnTo>
                      <a:pt x="589" y="391"/>
                    </a:lnTo>
                    <a:lnTo>
                      <a:pt x="1" y="1223"/>
                    </a:lnTo>
                    <a:lnTo>
                      <a:pt x="783" y="1896"/>
                    </a:lnTo>
                    <a:lnTo>
                      <a:pt x="1" y="2569"/>
                    </a:lnTo>
                    <a:lnTo>
                      <a:pt x="589" y="3405"/>
                    </a:lnTo>
                    <a:lnTo>
                      <a:pt x="1258" y="3025"/>
                    </a:lnTo>
                    <a:lnTo>
                      <a:pt x="1336" y="3791"/>
                    </a:lnTo>
                    <a:lnTo>
                      <a:pt x="2353" y="3791"/>
                    </a:lnTo>
                    <a:lnTo>
                      <a:pt x="2431" y="3025"/>
                    </a:lnTo>
                    <a:lnTo>
                      <a:pt x="3100" y="3405"/>
                    </a:lnTo>
                    <a:lnTo>
                      <a:pt x="3688" y="2569"/>
                    </a:lnTo>
                    <a:lnTo>
                      <a:pt x="2910" y="1896"/>
                    </a:lnTo>
                    <a:lnTo>
                      <a:pt x="3688" y="1223"/>
                    </a:lnTo>
                    <a:lnTo>
                      <a:pt x="3100" y="391"/>
                    </a:lnTo>
                    <a:lnTo>
                      <a:pt x="2431" y="766"/>
                    </a:lnTo>
                    <a:lnTo>
                      <a:pt x="235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Google Shape;2578;p69"/>
              <p:cNvSpPr/>
              <p:nvPr/>
            </p:nvSpPr>
            <p:spPr>
              <a:xfrm>
                <a:off x="3313227" y="4379378"/>
                <a:ext cx="82880" cy="58660"/>
              </a:xfrm>
              <a:custGeom>
                <a:avLst/>
                <a:gdLst/>
                <a:ahLst/>
                <a:cxnLst/>
                <a:rect l="l" t="t" r="r" b="b"/>
                <a:pathLst>
                  <a:path w="2368" h="1676" extrusionOk="0">
                    <a:moveTo>
                      <a:pt x="0" y="0"/>
                    </a:moveTo>
                    <a:lnTo>
                      <a:pt x="0" y="1675"/>
                    </a:lnTo>
                    <a:lnTo>
                      <a:pt x="2368" y="1675"/>
                    </a:lnTo>
                    <a:lnTo>
                      <a:pt x="236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Google Shape;2579;p69"/>
              <p:cNvSpPr/>
              <p:nvPr/>
            </p:nvSpPr>
            <p:spPr>
              <a:xfrm>
                <a:off x="3329468" y="4393588"/>
                <a:ext cx="24535" cy="32935"/>
              </a:xfrm>
              <a:custGeom>
                <a:avLst/>
                <a:gdLst/>
                <a:ahLst/>
                <a:cxnLst/>
                <a:rect l="l" t="t" r="r" b="b"/>
                <a:pathLst>
                  <a:path w="701" h="941" extrusionOk="0">
                    <a:moveTo>
                      <a:pt x="1" y="1"/>
                    </a:moveTo>
                    <a:lnTo>
                      <a:pt x="1" y="940"/>
                    </a:lnTo>
                    <a:lnTo>
                      <a:pt x="124" y="940"/>
                    </a:lnTo>
                    <a:lnTo>
                      <a:pt x="124" y="499"/>
                    </a:lnTo>
                    <a:lnTo>
                      <a:pt x="577" y="499"/>
                    </a:lnTo>
                    <a:lnTo>
                      <a:pt x="577" y="940"/>
                    </a:lnTo>
                    <a:lnTo>
                      <a:pt x="701" y="940"/>
                    </a:lnTo>
                    <a:lnTo>
                      <a:pt x="701" y="1"/>
                    </a:lnTo>
                    <a:lnTo>
                      <a:pt x="577" y="1"/>
                    </a:lnTo>
                    <a:lnTo>
                      <a:pt x="577" y="395"/>
                    </a:lnTo>
                    <a:lnTo>
                      <a:pt x="124" y="395"/>
                    </a:lnTo>
                    <a:lnTo>
                      <a:pt x="12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Google Shape;2580;p69"/>
              <p:cNvSpPr/>
              <p:nvPr/>
            </p:nvSpPr>
            <p:spPr>
              <a:xfrm>
                <a:off x="3361283" y="4393308"/>
                <a:ext cx="26985" cy="33460"/>
              </a:xfrm>
              <a:custGeom>
                <a:avLst/>
                <a:gdLst/>
                <a:ahLst/>
                <a:cxnLst/>
                <a:rect l="l" t="t" r="r" b="b"/>
                <a:pathLst>
                  <a:path w="771" h="956" extrusionOk="0">
                    <a:moveTo>
                      <a:pt x="264" y="97"/>
                    </a:moveTo>
                    <a:cubicBezTo>
                      <a:pt x="520" y="97"/>
                      <a:pt x="647" y="241"/>
                      <a:pt x="647" y="461"/>
                    </a:cubicBezTo>
                    <a:cubicBezTo>
                      <a:pt x="647" y="713"/>
                      <a:pt x="504" y="859"/>
                      <a:pt x="245" y="859"/>
                    </a:cubicBezTo>
                    <a:cubicBezTo>
                      <a:pt x="198" y="859"/>
                      <a:pt x="152" y="856"/>
                      <a:pt x="120" y="852"/>
                    </a:cubicBezTo>
                    <a:lnTo>
                      <a:pt x="120" y="109"/>
                    </a:lnTo>
                    <a:cubicBezTo>
                      <a:pt x="156" y="105"/>
                      <a:pt x="202" y="97"/>
                      <a:pt x="264" y="97"/>
                    </a:cubicBezTo>
                    <a:close/>
                    <a:moveTo>
                      <a:pt x="260" y="0"/>
                    </a:moveTo>
                    <a:cubicBezTo>
                      <a:pt x="163" y="0"/>
                      <a:pt x="74" y="9"/>
                      <a:pt x="1" y="20"/>
                    </a:cubicBezTo>
                    <a:lnTo>
                      <a:pt x="1" y="945"/>
                    </a:lnTo>
                    <a:cubicBezTo>
                      <a:pt x="63" y="952"/>
                      <a:pt x="136" y="956"/>
                      <a:pt x="222" y="956"/>
                    </a:cubicBezTo>
                    <a:cubicBezTo>
                      <a:pt x="404" y="956"/>
                      <a:pt x="550" y="909"/>
                      <a:pt x="636" y="821"/>
                    </a:cubicBezTo>
                    <a:cubicBezTo>
                      <a:pt x="724" y="736"/>
                      <a:pt x="770" y="608"/>
                      <a:pt x="770" y="457"/>
                    </a:cubicBezTo>
                    <a:cubicBezTo>
                      <a:pt x="770" y="302"/>
                      <a:pt x="724" y="194"/>
                      <a:pt x="639" y="120"/>
                    </a:cubicBezTo>
                    <a:cubicBezTo>
                      <a:pt x="558" y="43"/>
                      <a:pt x="434" y="0"/>
                      <a:pt x="2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Google Shape;2581;p69"/>
              <p:cNvSpPr/>
              <p:nvPr/>
            </p:nvSpPr>
            <p:spPr>
              <a:xfrm>
                <a:off x="3520257" y="4370558"/>
                <a:ext cx="190715" cy="150325"/>
              </a:xfrm>
              <a:custGeom>
                <a:avLst/>
                <a:gdLst/>
                <a:ahLst/>
                <a:cxnLst/>
                <a:rect l="l" t="t" r="r" b="b"/>
                <a:pathLst>
                  <a:path w="5449" h="4295" extrusionOk="0">
                    <a:moveTo>
                      <a:pt x="4747" y="334"/>
                    </a:moveTo>
                    <a:cubicBezTo>
                      <a:pt x="4953" y="334"/>
                      <a:pt x="5119" y="500"/>
                      <a:pt x="5119" y="705"/>
                    </a:cubicBezTo>
                    <a:lnTo>
                      <a:pt x="5119" y="3595"/>
                    </a:lnTo>
                    <a:cubicBezTo>
                      <a:pt x="5119" y="3800"/>
                      <a:pt x="4953" y="3966"/>
                      <a:pt x="4747" y="3966"/>
                    </a:cubicBezTo>
                    <a:lnTo>
                      <a:pt x="701" y="3966"/>
                    </a:lnTo>
                    <a:cubicBezTo>
                      <a:pt x="496" y="3966"/>
                      <a:pt x="330" y="3800"/>
                      <a:pt x="330" y="3595"/>
                    </a:cubicBezTo>
                    <a:lnTo>
                      <a:pt x="330" y="705"/>
                    </a:lnTo>
                    <a:cubicBezTo>
                      <a:pt x="330" y="500"/>
                      <a:pt x="496" y="334"/>
                      <a:pt x="701" y="334"/>
                    </a:cubicBezTo>
                    <a:close/>
                    <a:moveTo>
                      <a:pt x="701" y="0"/>
                    </a:moveTo>
                    <a:cubicBezTo>
                      <a:pt x="314" y="0"/>
                      <a:pt x="1" y="318"/>
                      <a:pt x="1" y="705"/>
                    </a:cubicBezTo>
                    <a:lnTo>
                      <a:pt x="1" y="3595"/>
                    </a:lnTo>
                    <a:cubicBezTo>
                      <a:pt x="1" y="3982"/>
                      <a:pt x="314" y="4295"/>
                      <a:pt x="701" y="4295"/>
                    </a:cubicBezTo>
                    <a:lnTo>
                      <a:pt x="4747" y="4295"/>
                    </a:lnTo>
                    <a:cubicBezTo>
                      <a:pt x="5135" y="4295"/>
                      <a:pt x="5448" y="3982"/>
                      <a:pt x="5448" y="3595"/>
                    </a:cubicBezTo>
                    <a:lnTo>
                      <a:pt x="5448" y="705"/>
                    </a:lnTo>
                    <a:cubicBezTo>
                      <a:pt x="5448" y="318"/>
                      <a:pt x="5135" y="0"/>
                      <a:pt x="474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Google Shape;2582;p69"/>
              <p:cNvSpPr/>
              <p:nvPr/>
            </p:nvSpPr>
            <p:spPr>
              <a:xfrm>
                <a:off x="3623579" y="4446544"/>
                <a:ext cx="59080" cy="45640"/>
              </a:xfrm>
              <a:custGeom>
                <a:avLst/>
                <a:gdLst/>
                <a:ahLst/>
                <a:cxnLst/>
                <a:rect l="l" t="t" r="r" b="b"/>
                <a:pathLst>
                  <a:path w="1688" h="1304" extrusionOk="0">
                    <a:moveTo>
                      <a:pt x="179" y="0"/>
                    </a:moveTo>
                    <a:cubicBezTo>
                      <a:pt x="82" y="0"/>
                      <a:pt x="1" y="77"/>
                      <a:pt x="1" y="174"/>
                    </a:cubicBezTo>
                    <a:lnTo>
                      <a:pt x="1" y="1129"/>
                    </a:lnTo>
                    <a:cubicBezTo>
                      <a:pt x="1" y="1227"/>
                      <a:pt x="82" y="1304"/>
                      <a:pt x="179" y="1304"/>
                    </a:cubicBezTo>
                    <a:lnTo>
                      <a:pt x="1513" y="1304"/>
                    </a:lnTo>
                    <a:cubicBezTo>
                      <a:pt x="1610" y="1304"/>
                      <a:pt x="1688" y="1227"/>
                      <a:pt x="1688" y="1129"/>
                    </a:cubicBezTo>
                    <a:lnTo>
                      <a:pt x="1688" y="174"/>
                    </a:lnTo>
                    <a:cubicBezTo>
                      <a:pt x="1688" y="77"/>
                      <a:pt x="1610" y="0"/>
                      <a:pt x="15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Google Shape;2583;p69"/>
              <p:cNvSpPr/>
              <p:nvPr/>
            </p:nvSpPr>
            <p:spPr>
              <a:xfrm>
                <a:off x="4156710" y="4370558"/>
                <a:ext cx="190680" cy="150325"/>
              </a:xfrm>
              <a:custGeom>
                <a:avLst/>
                <a:gdLst/>
                <a:ahLst/>
                <a:cxnLst/>
                <a:rect l="l" t="t" r="r" b="b"/>
                <a:pathLst>
                  <a:path w="5448" h="4295" extrusionOk="0">
                    <a:moveTo>
                      <a:pt x="700" y="0"/>
                    </a:moveTo>
                    <a:cubicBezTo>
                      <a:pt x="314" y="0"/>
                      <a:pt x="0" y="318"/>
                      <a:pt x="0" y="705"/>
                    </a:cubicBezTo>
                    <a:lnTo>
                      <a:pt x="329" y="705"/>
                    </a:lnTo>
                    <a:cubicBezTo>
                      <a:pt x="329" y="500"/>
                      <a:pt x="496" y="334"/>
                      <a:pt x="700" y="334"/>
                    </a:cubicBezTo>
                    <a:lnTo>
                      <a:pt x="4748" y="334"/>
                    </a:lnTo>
                    <a:cubicBezTo>
                      <a:pt x="4953" y="334"/>
                      <a:pt x="5119" y="500"/>
                      <a:pt x="5119" y="705"/>
                    </a:cubicBezTo>
                    <a:lnTo>
                      <a:pt x="5119" y="3595"/>
                    </a:lnTo>
                    <a:cubicBezTo>
                      <a:pt x="5119" y="3800"/>
                      <a:pt x="4953" y="3966"/>
                      <a:pt x="4748" y="3966"/>
                    </a:cubicBezTo>
                    <a:lnTo>
                      <a:pt x="3769" y="3966"/>
                    </a:lnTo>
                    <a:lnTo>
                      <a:pt x="3769" y="4295"/>
                    </a:lnTo>
                    <a:lnTo>
                      <a:pt x="4748" y="4295"/>
                    </a:lnTo>
                    <a:cubicBezTo>
                      <a:pt x="5134" y="4295"/>
                      <a:pt x="5448" y="3982"/>
                      <a:pt x="5448" y="3595"/>
                    </a:cubicBezTo>
                    <a:lnTo>
                      <a:pt x="5448" y="705"/>
                    </a:lnTo>
                    <a:cubicBezTo>
                      <a:pt x="5448" y="318"/>
                      <a:pt x="5134" y="0"/>
                      <a:pt x="47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Google Shape;2584;p69"/>
              <p:cNvSpPr/>
              <p:nvPr/>
            </p:nvSpPr>
            <p:spPr>
              <a:xfrm>
                <a:off x="4155765" y="4407239"/>
                <a:ext cx="111755" cy="111755"/>
              </a:xfrm>
              <a:custGeom>
                <a:avLst/>
                <a:gdLst/>
                <a:ahLst/>
                <a:cxnLst/>
                <a:rect l="l" t="t" r="r" b="b"/>
                <a:pathLst>
                  <a:path w="3193" h="3193" extrusionOk="0">
                    <a:moveTo>
                      <a:pt x="0" y="1"/>
                    </a:moveTo>
                    <a:lnTo>
                      <a:pt x="0" y="477"/>
                    </a:lnTo>
                    <a:cubicBezTo>
                      <a:pt x="1498" y="477"/>
                      <a:pt x="2716" y="1695"/>
                      <a:pt x="2716" y="3193"/>
                    </a:cubicBezTo>
                    <a:lnTo>
                      <a:pt x="3192" y="3193"/>
                    </a:lnTo>
                    <a:cubicBezTo>
                      <a:pt x="3192" y="1433"/>
                      <a:pt x="1761" y="1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Google Shape;2585;p69"/>
              <p:cNvSpPr/>
              <p:nvPr/>
            </p:nvSpPr>
            <p:spPr>
              <a:xfrm>
                <a:off x="4155765" y="4445179"/>
                <a:ext cx="73815" cy="73815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2109" extrusionOk="0">
                    <a:moveTo>
                      <a:pt x="0" y="0"/>
                    </a:moveTo>
                    <a:lnTo>
                      <a:pt x="0" y="477"/>
                    </a:lnTo>
                    <a:cubicBezTo>
                      <a:pt x="902" y="477"/>
                      <a:pt x="1632" y="1207"/>
                      <a:pt x="1632" y="2109"/>
                    </a:cubicBezTo>
                    <a:lnTo>
                      <a:pt x="2109" y="2109"/>
                    </a:lnTo>
                    <a:cubicBezTo>
                      <a:pt x="2109" y="945"/>
                      <a:pt x="1164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Google Shape;2586;p69"/>
              <p:cNvSpPr/>
              <p:nvPr/>
            </p:nvSpPr>
            <p:spPr>
              <a:xfrm>
                <a:off x="4155765" y="4487145"/>
                <a:ext cx="31850" cy="31850"/>
              </a:xfrm>
              <a:custGeom>
                <a:avLst/>
                <a:gdLst/>
                <a:ahLst/>
                <a:cxnLst/>
                <a:rect l="l" t="t" r="r" b="b"/>
                <a:pathLst>
                  <a:path w="910" h="910" extrusionOk="0">
                    <a:moveTo>
                      <a:pt x="0" y="1"/>
                    </a:moveTo>
                    <a:lnTo>
                      <a:pt x="0" y="910"/>
                    </a:lnTo>
                    <a:lnTo>
                      <a:pt x="909" y="910"/>
                    </a:lnTo>
                    <a:cubicBezTo>
                      <a:pt x="909" y="407"/>
                      <a:pt x="503" y="1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Google Shape;2587;p69"/>
              <p:cNvSpPr/>
              <p:nvPr/>
            </p:nvSpPr>
            <p:spPr>
              <a:xfrm>
                <a:off x="4471542" y="4367723"/>
                <a:ext cx="68530" cy="6853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958" extrusionOk="0">
                    <a:moveTo>
                      <a:pt x="248" y="1"/>
                    </a:moveTo>
                    <a:cubicBezTo>
                      <a:pt x="113" y="1"/>
                      <a:pt x="1" y="113"/>
                      <a:pt x="1" y="248"/>
                    </a:cubicBezTo>
                    <a:lnTo>
                      <a:pt x="1" y="1710"/>
                    </a:lnTo>
                    <a:cubicBezTo>
                      <a:pt x="1" y="1849"/>
                      <a:pt x="113" y="1958"/>
                      <a:pt x="248" y="1958"/>
                    </a:cubicBezTo>
                    <a:cubicBezTo>
                      <a:pt x="383" y="1958"/>
                      <a:pt x="495" y="1849"/>
                      <a:pt x="495" y="1710"/>
                    </a:cubicBezTo>
                    <a:lnTo>
                      <a:pt x="495" y="496"/>
                    </a:lnTo>
                    <a:lnTo>
                      <a:pt x="1710" y="496"/>
                    </a:lnTo>
                    <a:cubicBezTo>
                      <a:pt x="1845" y="496"/>
                      <a:pt x="1958" y="383"/>
                      <a:pt x="1958" y="248"/>
                    </a:cubicBezTo>
                    <a:cubicBezTo>
                      <a:pt x="1958" y="113"/>
                      <a:pt x="1845" y="1"/>
                      <a:pt x="17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Google Shape;2588;p69"/>
              <p:cNvSpPr/>
              <p:nvPr/>
            </p:nvSpPr>
            <p:spPr>
              <a:xfrm>
                <a:off x="4553164" y="4367723"/>
                <a:ext cx="68705" cy="68530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1958" extrusionOk="0">
                    <a:moveTo>
                      <a:pt x="249" y="1"/>
                    </a:moveTo>
                    <a:cubicBezTo>
                      <a:pt x="113" y="1"/>
                      <a:pt x="1" y="113"/>
                      <a:pt x="1" y="248"/>
                    </a:cubicBezTo>
                    <a:cubicBezTo>
                      <a:pt x="1" y="383"/>
                      <a:pt x="113" y="496"/>
                      <a:pt x="249" y="496"/>
                    </a:cubicBezTo>
                    <a:lnTo>
                      <a:pt x="1467" y="496"/>
                    </a:lnTo>
                    <a:lnTo>
                      <a:pt x="1467" y="1710"/>
                    </a:lnTo>
                    <a:cubicBezTo>
                      <a:pt x="1467" y="1849"/>
                      <a:pt x="1576" y="1958"/>
                      <a:pt x="1715" y="1958"/>
                    </a:cubicBezTo>
                    <a:cubicBezTo>
                      <a:pt x="1851" y="1958"/>
                      <a:pt x="1963" y="1849"/>
                      <a:pt x="1963" y="1710"/>
                    </a:cubicBezTo>
                    <a:lnTo>
                      <a:pt x="1963" y="248"/>
                    </a:lnTo>
                    <a:cubicBezTo>
                      <a:pt x="1963" y="113"/>
                      <a:pt x="1851" y="1"/>
                      <a:pt x="17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Google Shape;2589;p69"/>
              <p:cNvSpPr/>
              <p:nvPr/>
            </p:nvSpPr>
            <p:spPr>
              <a:xfrm>
                <a:off x="4553164" y="4455190"/>
                <a:ext cx="68705" cy="68565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1959" extrusionOk="0">
                    <a:moveTo>
                      <a:pt x="1715" y="0"/>
                    </a:moveTo>
                    <a:cubicBezTo>
                      <a:pt x="1576" y="0"/>
                      <a:pt x="1467" y="113"/>
                      <a:pt x="1467" y="248"/>
                    </a:cubicBezTo>
                    <a:lnTo>
                      <a:pt x="1467" y="1463"/>
                    </a:lnTo>
                    <a:lnTo>
                      <a:pt x="249" y="1463"/>
                    </a:lnTo>
                    <a:cubicBezTo>
                      <a:pt x="113" y="1463"/>
                      <a:pt x="1" y="1575"/>
                      <a:pt x="1" y="1711"/>
                    </a:cubicBezTo>
                    <a:cubicBezTo>
                      <a:pt x="1" y="1850"/>
                      <a:pt x="113" y="1959"/>
                      <a:pt x="249" y="1959"/>
                    </a:cubicBezTo>
                    <a:lnTo>
                      <a:pt x="1715" y="1959"/>
                    </a:lnTo>
                    <a:cubicBezTo>
                      <a:pt x="1851" y="1959"/>
                      <a:pt x="1963" y="1850"/>
                      <a:pt x="1963" y="1711"/>
                    </a:cubicBezTo>
                    <a:lnTo>
                      <a:pt x="1963" y="248"/>
                    </a:lnTo>
                    <a:cubicBezTo>
                      <a:pt x="1963" y="113"/>
                      <a:pt x="1851" y="0"/>
                      <a:pt x="17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Google Shape;2590;p69"/>
              <p:cNvSpPr/>
              <p:nvPr/>
            </p:nvSpPr>
            <p:spPr>
              <a:xfrm>
                <a:off x="4471542" y="4455190"/>
                <a:ext cx="68530" cy="6856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959" extrusionOk="0">
                    <a:moveTo>
                      <a:pt x="248" y="0"/>
                    </a:moveTo>
                    <a:cubicBezTo>
                      <a:pt x="113" y="0"/>
                      <a:pt x="1" y="113"/>
                      <a:pt x="1" y="248"/>
                    </a:cubicBezTo>
                    <a:lnTo>
                      <a:pt x="1" y="1711"/>
                    </a:lnTo>
                    <a:cubicBezTo>
                      <a:pt x="1" y="1850"/>
                      <a:pt x="113" y="1959"/>
                      <a:pt x="248" y="1959"/>
                    </a:cubicBezTo>
                    <a:lnTo>
                      <a:pt x="1710" y="1959"/>
                    </a:lnTo>
                    <a:cubicBezTo>
                      <a:pt x="1845" y="1959"/>
                      <a:pt x="1958" y="1850"/>
                      <a:pt x="1958" y="1711"/>
                    </a:cubicBezTo>
                    <a:cubicBezTo>
                      <a:pt x="1958" y="1575"/>
                      <a:pt x="1845" y="1463"/>
                      <a:pt x="1710" y="1463"/>
                    </a:cubicBezTo>
                    <a:lnTo>
                      <a:pt x="495" y="1463"/>
                    </a:lnTo>
                    <a:lnTo>
                      <a:pt x="495" y="248"/>
                    </a:lnTo>
                    <a:cubicBezTo>
                      <a:pt x="495" y="113"/>
                      <a:pt x="383" y="0"/>
                      <a:pt x="2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92" name="Google Shape;2592;p69"/>
          <p:cNvGrpSpPr/>
          <p:nvPr/>
        </p:nvGrpSpPr>
        <p:grpSpPr>
          <a:xfrm>
            <a:off x="2316329" y="2077127"/>
            <a:ext cx="646112" cy="646129"/>
            <a:chOff x="2389708" y="2922863"/>
            <a:chExt cx="300378" cy="300385"/>
          </a:xfrm>
        </p:grpSpPr>
        <p:sp>
          <p:nvSpPr>
            <p:cNvPr id="2593" name="Google Shape;2593;p69"/>
            <p:cNvSpPr/>
            <p:nvPr/>
          </p:nvSpPr>
          <p:spPr>
            <a:xfrm>
              <a:off x="2389708" y="2922863"/>
              <a:ext cx="300378" cy="300385"/>
            </a:xfrm>
            <a:custGeom>
              <a:avLst/>
              <a:gdLst/>
              <a:ahLst/>
              <a:cxnLst/>
              <a:rect l="l" t="t" r="r" b="b"/>
              <a:pathLst>
                <a:path w="39680" h="39681" extrusionOk="0">
                  <a:moveTo>
                    <a:pt x="19840" y="1"/>
                  </a:moveTo>
                  <a:cubicBezTo>
                    <a:pt x="8884" y="1"/>
                    <a:pt x="1" y="8884"/>
                    <a:pt x="1" y="19840"/>
                  </a:cubicBezTo>
                  <a:cubicBezTo>
                    <a:pt x="1" y="30797"/>
                    <a:pt x="8884" y="39680"/>
                    <a:pt x="19840" y="39680"/>
                  </a:cubicBezTo>
                  <a:cubicBezTo>
                    <a:pt x="30797" y="39680"/>
                    <a:pt x="39680" y="30797"/>
                    <a:pt x="39680" y="19840"/>
                  </a:cubicBezTo>
                  <a:cubicBezTo>
                    <a:pt x="39680" y="8884"/>
                    <a:pt x="30797" y="1"/>
                    <a:pt x="198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69"/>
            <p:cNvSpPr/>
            <p:nvPr/>
          </p:nvSpPr>
          <p:spPr>
            <a:xfrm>
              <a:off x="2488850" y="3005373"/>
              <a:ext cx="135374" cy="135374"/>
            </a:xfrm>
            <a:custGeom>
              <a:avLst/>
              <a:gdLst/>
              <a:ahLst/>
              <a:cxnLst/>
              <a:rect l="l" t="t" r="r" b="b"/>
              <a:pathLst>
                <a:path w="17883" h="17883" extrusionOk="0">
                  <a:moveTo>
                    <a:pt x="0" y="1"/>
                  </a:moveTo>
                  <a:lnTo>
                    <a:pt x="0" y="17882"/>
                  </a:lnTo>
                  <a:lnTo>
                    <a:pt x="17883" y="894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4DF93C0-F88E-4409-B2E6-377E470476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1277" y="781007"/>
            <a:ext cx="4478989" cy="352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523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7" name="Google Shape;2547;p69"/>
          <p:cNvSpPr txBox="1">
            <a:spLocks noGrp="1"/>
          </p:cNvSpPr>
          <p:nvPr>
            <p:ph type="title"/>
          </p:nvPr>
        </p:nvSpPr>
        <p:spPr>
          <a:xfrm>
            <a:off x="5537000" y="1005840"/>
            <a:ext cx="3165040" cy="96537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Главное меню</a:t>
            </a:r>
            <a:br>
              <a:rPr lang="ru-RU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ru-RU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обучения</a:t>
            </a:r>
            <a:endParaRPr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548" name="Google Shape;2548;p69"/>
          <p:cNvSpPr txBox="1">
            <a:spLocks noGrp="1"/>
          </p:cNvSpPr>
          <p:nvPr>
            <p:ph type="subTitle" idx="1"/>
          </p:nvPr>
        </p:nvSpPr>
        <p:spPr>
          <a:xfrm>
            <a:off x="5537000" y="2215050"/>
            <a:ext cx="2894100" cy="130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Удаление, прогресс, переход в обучение</a:t>
            </a:r>
          </a:p>
        </p:txBody>
      </p:sp>
      <p:grpSp>
        <p:nvGrpSpPr>
          <p:cNvPr id="2550" name="Google Shape;2550;p69"/>
          <p:cNvGrpSpPr/>
          <p:nvPr/>
        </p:nvGrpSpPr>
        <p:grpSpPr>
          <a:xfrm>
            <a:off x="983343" y="3508828"/>
            <a:ext cx="3311448" cy="326519"/>
            <a:chOff x="4841943" y="3886997"/>
            <a:chExt cx="3311448" cy="326519"/>
          </a:xfrm>
        </p:grpSpPr>
        <p:grpSp>
          <p:nvGrpSpPr>
            <p:cNvPr id="2551" name="Google Shape;2551;p69"/>
            <p:cNvGrpSpPr/>
            <p:nvPr/>
          </p:nvGrpSpPr>
          <p:grpSpPr>
            <a:xfrm>
              <a:off x="4841949" y="3886997"/>
              <a:ext cx="3311442" cy="95507"/>
              <a:chOff x="5238562" y="4064338"/>
              <a:chExt cx="2868043" cy="82719"/>
            </a:xfrm>
          </p:grpSpPr>
          <p:sp>
            <p:nvSpPr>
              <p:cNvPr id="2552" name="Google Shape;2552;p69"/>
              <p:cNvSpPr/>
              <p:nvPr/>
            </p:nvSpPr>
            <p:spPr>
              <a:xfrm>
                <a:off x="5238825" y="4091082"/>
                <a:ext cx="2867780" cy="29230"/>
              </a:xfrm>
              <a:custGeom>
                <a:avLst/>
                <a:gdLst/>
                <a:ahLst/>
                <a:cxnLst/>
                <a:rect l="l" t="t" r="r" b="b"/>
                <a:pathLst>
                  <a:path w="214976" h="1150" extrusionOk="0">
                    <a:moveTo>
                      <a:pt x="0" y="1"/>
                    </a:moveTo>
                    <a:lnTo>
                      <a:pt x="0" y="1149"/>
                    </a:lnTo>
                    <a:lnTo>
                      <a:pt x="214975" y="1149"/>
                    </a:lnTo>
                    <a:lnTo>
                      <a:pt x="21497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Google Shape;2553;p69"/>
              <p:cNvSpPr/>
              <p:nvPr/>
            </p:nvSpPr>
            <p:spPr>
              <a:xfrm>
                <a:off x="5238562" y="4091092"/>
                <a:ext cx="1052366" cy="29216"/>
              </a:xfrm>
              <a:custGeom>
                <a:avLst/>
                <a:gdLst/>
                <a:ahLst/>
                <a:cxnLst/>
                <a:rect l="l" t="t" r="r" b="b"/>
                <a:pathLst>
                  <a:path w="109110" h="1150" extrusionOk="0">
                    <a:moveTo>
                      <a:pt x="0" y="1"/>
                    </a:moveTo>
                    <a:lnTo>
                      <a:pt x="0" y="1149"/>
                    </a:lnTo>
                    <a:lnTo>
                      <a:pt x="109109" y="1149"/>
                    </a:lnTo>
                    <a:lnTo>
                      <a:pt x="10910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Google Shape;2554;p69"/>
              <p:cNvSpPr/>
              <p:nvPr/>
            </p:nvSpPr>
            <p:spPr>
              <a:xfrm>
                <a:off x="6244244" y="4064338"/>
                <a:ext cx="82693" cy="82719"/>
              </a:xfrm>
              <a:custGeom>
                <a:avLst/>
                <a:gdLst/>
                <a:ahLst/>
                <a:cxnLst/>
                <a:rect l="l" t="t" r="r" b="b"/>
                <a:pathLst>
                  <a:path w="3255" h="3256" extrusionOk="0">
                    <a:moveTo>
                      <a:pt x="1625" y="1"/>
                    </a:moveTo>
                    <a:cubicBezTo>
                      <a:pt x="728" y="1"/>
                      <a:pt x="1" y="729"/>
                      <a:pt x="1" y="1626"/>
                    </a:cubicBezTo>
                    <a:cubicBezTo>
                      <a:pt x="1" y="2527"/>
                      <a:pt x="728" y="3255"/>
                      <a:pt x="1625" y="3255"/>
                    </a:cubicBezTo>
                    <a:cubicBezTo>
                      <a:pt x="2527" y="3255"/>
                      <a:pt x="3254" y="2527"/>
                      <a:pt x="3254" y="1626"/>
                    </a:cubicBezTo>
                    <a:cubicBezTo>
                      <a:pt x="3254" y="729"/>
                      <a:pt x="2527" y="1"/>
                      <a:pt x="162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55" name="Google Shape;2555;p69"/>
            <p:cNvGrpSpPr/>
            <p:nvPr/>
          </p:nvGrpSpPr>
          <p:grpSpPr>
            <a:xfrm>
              <a:off x="4841943" y="4088524"/>
              <a:ext cx="1580463" cy="119299"/>
              <a:chOff x="950116" y="4374618"/>
              <a:chExt cx="1885769" cy="142345"/>
            </a:xfrm>
          </p:grpSpPr>
          <p:sp>
            <p:nvSpPr>
              <p:cNvPr id="2556" name="Google Shape;2556;p69"/>
              <p:cNvSpPr/>
              <p:nvPr/>
            </p:nvSpPr>
            <p:spPr>
              <a:xfrm>
                <a:off x="950116" y="4382213"/>
                <a:ext cx="127190" cy="127190"/>
              </a:xfrm>
              <a:custGeom>
                <a:avLst/>
                <a:gdLst/>
                <a:ahLst/>
                <a:cxnLst/>
                <a:rect l="l" t="t" r="r" b="b"/>
                <a:pathLst>
                  <a:path w="3634" h="3634" extrusionOk="0">
                    <a:moveTo>
                      <a:pt x="1" y="1"/>
                    </a:moveTo>
                    <a:lnTo>
                      <a:pt x="1" y="3633"/>
                    </a:lnTo>
                    <a:lnTo>
                      <a:pt x="3634" y="181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Google Shape;2557;p69"/>
              <p:cNvSpPr/>
              <p:nvPr/>
            </p:nvSpPr>
            <p:spPr>
              <a:xfrm>
                <a:off x="1239222" y="4399819"/>
                <a:ext cx="91980" cy="91945"/>
              </a:xfrm>
              <a:custGeom>
                <a:avLst/>
                <a:gdLst/>
                <a:ahLst/>
                <a:cxnLst/>
                <a:rect l="l" t="t" r="r" b="b"/>
                <a:pathLst>
                  <a:path w="2628" h="2627" extrusionOk="0">
                    <a:moveTo>
                      <a:pt x="1" y="0"/>
                    </a:moveTo>
                    <a:lnTo>
                      <a:pt x="1" y="2627"/>
                    </a:lnTo>
                    <a:lnTo>
                      <a:pt x="2628" y="131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Google Shape;2558;p69"/>
              <p:cNvSpPr/>
              <p:nvPr/>
            </p:nvSpPr>
            <p:spPr>
              <a:xfrm>
                <a:off x="1335509" y="4399819"/>
                <a:ext cx="11830" cy="91945"/>
              </a:xfrm>
              <a:custGeom>
                <a:avLst/>
                <a:gdLst/>
                <a:ahLst/>
                <a:cxnLst/>
                <a:rect l="l" t="t" r="r" b="b"/>
                <a:pathLst>
                  <a:path w="338" h="2627" extrusionOk="0">
                    <a:moveTo>
                      <a:pt x="0" y="0"/>
                    </a:moveTo>
                    <a:lnTo>
                      <a:pt x="0" y="2627"/>
                    </a:lnTo>
                    <a:lnTo>
                      <a:pt x="337" y="2627"/>
                    </a:lnTo>
                    <a:lnTo>
                      <a:pt x="3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Google Shape;2559;p69"/>
              <p:cNvSpPr/>
              <p:nvPr/>
            </p:nvSpPr>
            <p:spPr>
              <a:xfrm>
                <a:off x="1509218" y="4374618"/>
                <a:ext cx="96355" cy="142345"/>
              </a:xfrm>
              <a:custGeom>
                <a:avLst/>
                <a:gdLst/>
                <a:ahLst/>
                <a:cxnLst/>
                <a:rect l="l" t="t" r="r" b="b"/>
                <a:pathLst>
                  <a:path w="2753" h="4067" extrusionOk="0">
                    <a:moveTo>
                      <a:pt x="2752" y="1"/>
                    </a:moveTo>
                    <a:lnTo>
                      <a:pt x="1" y="2032"/>
                    </a:lnTo>
                    <a:lnTo>
                      <a:pt x="2752" y="4066"/>
                    </a:lnTo>
                    <a:lnTo>
                      <a:pt x="275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Google Shape;2560;p69"/>
              <p:cNvSpPr/>
              <p:nvPr/>
            </p:nvSpPr>
            <p:spPr>
              <a:xfrm>
                <a:off x="1509218" y="4410494"/>
                <a:ext cx="48545" cy="70455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2013" extrusionOk="0">
                    <a:moveTo>
                      <a:pt x="1" y="1"/>
                    </a:moveTo>
                    <a:lnTo>
                      <a:pt x="1" y="2013"/>
                    </a:lnTo>
                    <a:lnTo>
                      <a:pt x="1386" y="2013"/>
                    </a:lnTo>
                    <a:lnTo>
                      <a:pt x="138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Google Shape;2561;p69"/>
              <p:cNvSpPr/>
              <p:nvPr/>
            </p:nvSpPr>
            <p:spPr>
              <a:xfrm>
                <a:off x="1619855" y="4378013"/>
                <a:ext cx="54880" cy="135450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3870" extrusionOk="0">
                    <a:moveTo>
                      <a:pt x="1" y="0"/>
                    </a:moveTo>
                    <a:lnTo>
                      <a:pt x="1" y="426"/>
                    </a:lnTo>
                    <a:cubicBezTo>
                      <a:pt x="666" y="604"/>
                      <a:pt x="1161" y="1212"/>
                      <a:pt x="1161" y="1935"/>
                    </a:cubicBezTo>
                    <a:cubicBezTo>
                      <a:pt x="1161" y="2658"/>
                      <a:pt x="666" y="3266"/>
                      <a:pt x="1" y="3448"/>
                    </a:cubicBezTo>
                    <a:lnTo>
                      <a:pt x="1" y="3869"/>
                    </a:lnTo>
                    <a:cubicBezTo>
                      <a:pt x="895" y="3680"/>
                      <a:pt x="1568" y="2887"/>
                      <a:pt x="1568" y="1935"/>
                    </a:cubicBezTo>
                    <a:cubicBezTo>
                      <a:pt x="1568" y="983"/>
                      <a:pt x="895" y="19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Google Shape;2562;p69"/>
              <p:cNvSpPr/>
              <p:nvPr/>
            </p:nvSpPr>
            <p:spPr>
              <a:xfrm>
                <a:off x="1619855" y="4411859"/>
                <a:ext cx="27545" cy="67725"/>
              </a:xfrm>
              <a:custGeom>
                <a:avLst/>
                <a:gdLst/>
                <a:ahLst/>
                <a:cxnLst/>
                <a:rect l="l" t="t" r="r" b="b"/>
                <a:pathLst>
                  <a:path w="787" h="1935" extrusionOk="0">
                    <a:moveTo>
                      <a:pt x="1" y="1"/>
                    </a:moveTo>
                    <a:lnTo>
                      <a:pt x="1" y="1935"/>
                    </a:lnTo>
                    <a:cubicBezTo>
                      <a:pt x="450" y="1842"/>
                      <a:pt x="786" y="1444"/>
                      <a:pt x="786" y="968"/>
                    </a:cubicBezTo>
                    <a:cubicBezTo>
                      <a:pt x="786" y="492"/>
                      <a:pt x="450" y="97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Google Shape;2563;p69"/>
              <p:cNvSpPr/>
              <p:nvPr/>
            </p:nvSpPr>
            <p:spPr>
              <a:xfrm>
                <a:off x="1708302" y="4429849"/>
                <a:ext cx="397845" cy="31745"/>
              </a:xfrm>
              <a:custGeom>
                <a:avLst/>
                <a:gdLst/>
                <a:ahLst/>
                <a:cxnLst/>
                <a:rect l="l" t="t" r="r" b="b"/>
                <a:pathLst>
                  <a:path w="11367" h="907" extrusionOk="0">
                    <a:moveTo>
                      <a:pt x="0" y="1"/>
                    </a:moveTo>
                    <a:lnTo>
                      <a:pt x="0" y="906"/>
                    </a:lnTo>
                    <a:lnTo>
                      <a:pt x="11367" y="906"/>
                    </a:lnTo>
                    <a:lnTo>
                      <a:pt x="1136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Google Shape;2564;p69"/>
              <p:cNvSpPr/>
              <p:nvPr/>
            </p:nvSpPr>
            <p:spPr>
              <a:xfrm>
                <a:off x="2061320" y="4400904"/>
                <a:ext cx="89670" cy="89670"/>
              </a:xfrm>
              <a:custGeom>
                <a:avLst/>
                <a:gdLst/>
                <a:ahLst/>
                <a:cxnLst/>
                <a:rect l="l" t="t" r="r" b="b"/>
                <a:pathLst>
                  <a:path w="2562" h="2562" extrusionOk="0">
                    <a:moveTo>
                      <a:pt x="1281" y="1"/>
                    </a:moveTo>
                    <a:cubicBezTo>
                      <a:pt x="573" y="1"/>
                      <a:pt x="1" y="576"/>
                      <a:pt x="1" y="1281"/>
                    </a:cubicBezTo>
                    <a:cubicBezTo>
                      <a:pt x="1" y="1989"/>
                      <a:pt x="573" y="2562"/>
                      <a:pt x="1281" y="2562"/>
                    </a:cubicBezTo>
                    <a:cubicBezTo>
                      <a:pt x="1989" y="2562"/>
                      <a:pt x="2561" y="1989"/>
                      <a:pt x="2561" y="1281"/>
                    </a:cubicBezTo>
                    <a:cubicBezTo>
                      <a:pt x="2561" y="576"/>
                      <a:pt x="1989" y="1"/>
                      <a:pt x="128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Google Shape;2565;p69"/>
              <p:cNvSpPr/>
              <p:nvPr/>
            </p:nvSpPr>
            <p:spPr>
              <a:xfrm>
                <a:off x="2317245" y="4405769"/>
                <a:ext cx="54740" cy="83300"/>
              </a:xfrm>
              <a:custGeom>
                <a:avLst/>
                <a:gdLst/>
                <a:ahLst/>
                <a:cxnLst/>
                <a:rect l="l" t="t" r="r" b="b"/>
                <a:pathLst>
                  <a:path w="1564" h="2380" extrusionOk="0">
                    <a:moveTo>
                      <a:pt x="786" y="241"/>
                    </a:moveTo>
                    <a:cubicBezTo>
                      <a:pt x="1107" y="241"/>
                      <a:pt x="1250" y="616"/>
                      <a:pt x="1250" y="1180"/>
                    </a:cubicBezTo>
                    <a:cubicBezTo>
                      <a:pt x="1250" y="1769"/>
                      <a:pt x="1099" y="2140"/>
                      <a:pt x="782" y="2140"/>
                    </a:cubicBezTo>
                    <a:cubicBezTo>
                      <a:pt x="496" y="2140"/>
                      <a:pt x="314" y="1799"/>
                      <a:pt x="314" y="1200"/>
                    </a:cubicBezTo>
                    <a:cubicBezTo>
                      <a:pt x="314" y="573"/>
                      <a:pt x="511" y="241"/>
                      <a:pt x="786" y="241"/>
                    </a:cubicBezTo>
                    <a:close/>
                    <a:moveTo>
                      <a:pt x="801" y="1"/>
                    </a:moveTo>
                    <a:cubicBezTo>
                      <a:pt x="333" y="1"/>
                      <a:pt x="1" y="426"/>
                      <a:pt x="1" y="1196"/>
                    </a:cubicBezTo>
                    <a:cubicBezTo>
                      <a:pt x="8" y="1958"/>
                      <a:pt x="314" y="2380"/>
                      <a:pt x="763" y="2380"/>
                    </a:cubicBezTo>
                    <a:cubicBezTo>
                      <a:pt x="1274" y="2380"/>
                      <a:pt x="1563" y="1946"/>
                      <a:pt x="1563" y="1165"/>
                    </a:cubicBezTo>
                    <a:cubicBezTo>
                      <a:pt x="1563" y="434"/>
                      <a:pt x="1285" y="1"/>
                      <a:pt x="8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Google Shape;2566;p69"/>
              <p:cNvSpPr/>
              <p:nvPr/>
            </p:nvSpPr>
            <p:spPr>
              <a:xfrm>
                <a:off x="2382767" y="4429849"/>
                <a:ext cx="14840" cy="59220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692" extrusionOk="0">
                    <a:moveTo>
                      <a:pt x="214" y="1"/>
                    </a:moveTo>
                    <a:cubicBezTo>
                      <a:pt x="90" y="1"/>
                      <a:pt x="1" y="94"/>
                      <a:pt x="1" y="222"/>
                    </a:cubicBezTo>
                    <a:cubicBezTo>
                      <a:pt x="1" y="345"/>
                      <a:pt x="86" y="442"/>
                      <a:pt x="209" y="442"/>
                    </a:cubicBezTo>
                    <a:cubicBezTo>
                      <a:pt x="341" y="442"/>
                      <a:pt x="423" y="345"/>
                      <a:pt x="423" y="222"/>
                    </a:cubicBezTo>
                    <a:cubicBezTo>
                      <a:pt x="418" y="94"/>
                      <a:pt x="338" y="1"/>
                      <a:pt x="214" y="1"/>
                    </a:cubicBezTo>
                    <a:close/>
                    <a:moveTo>
                      <a:pt x="214" y="1251"/>
                    </a:moveTo>
                    <a:cubicBezTo>
                      <a:pt x="90" y="1251"/>
                      <a:pt x="1" y="1340"/>
                      <a:pt x="1" y="1472"/>
                    </a:cubicBezTo>
                    <a:cubicBezTo>
                      <a:pt x="1" y="1595"/>
                      <a:pt x="86" y="1692"/>
                      <a:pt x="209" y="1692"/>
                    </a:cubicBezTo>
                    <a:cubicBezTo>
                      <a:pt x="341" y="1692"/>
                      <a:pt x="423" y="1595"/>
                      <a:pt x="423" y="1472"/>
                    </a:cubicBezTo>
                    <a:cubicBezTo>
                      <a:pt x="418" y="1340"/>
                      <a:pt x="338" y="1251"/>
                      <a:pt x="214" y="12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Google Shape;2567;p69"/>
              <p:cNvSpPr/>
              <p:nvPr/>
            </p:nvSpPr>
            <p:spPr>
              <a:xfrm>
                <a:off x="2407127" y="4407134"/>
                <a:ext cx="50155" cy="81935"/>
              </a:xfrm>
              <a:custGeom>
                <a:avLst/>
                <a:gdLst/>
                <a:ahLst/>
                <a:cxnLst/>
                <a:rect l="l" t="t" r="r" b="b"/>
                <a:pathLst>
                  <a:path w="1433" h="2341" extrusionOk="0">
                    <a:moveTo>
                      <a:pt x="288" y="0"/>
                    </a:moveTo>
                    <a:lnTo>
                      <a:pt x="136" y="1107"/>
                    </a:lnTo>
                    <a:cubicBezTo>
                      <a:pt x="222" y="1095"/>
                      <a:pt x="326" y="1080"/>
                      <a:pt x="458" y="1080"/>
                    </a:cubicBezTo>
                    <a:cubicBezTo>
                      <a:pt x="915" y="1080"/>
                      <a:pt x="1115" y="1293"/>
                      <a:pt x="1120" y="1591"/>
                    </a:cubicBezTo>
                    <a:cubicBezTo>
                      <a:pt x="1120" y="1900"/>
                      <a:pt x="868" y="2089"/>
                      <a:pt x="574" y="2089"/>
                    </a:cubicBezTo>
                    <a:cubicBezTo>
                      <a:pt x="365" y="2089"/>
                      <a:pt x="175" y="2020"/>
                      <a:pt x="83" y="1962"/>
                    </a:cubicBezTo>
                    <a:lnTo>
                      <a:pt x="1" y="2198"/>
                    </a:lnTo>
                    <a:cubicBezTo>
                      <a:pt x="113" y="2271"/>
                      <a:pt x="326" y="2341"/>
                      <a:pt x="578" y="2341"/>
                    </a:cubicBezTo>
                    <a:cubicBezTo>
                      <a:pt x="1077" y="2341"/>
                      <a:pt x="1433" y="2005"/>
                      <a:pt x="1433" y="1555"/>
                    </a:cubicBezTo>
                    <a:cubicBezTo>
                      <a:pt x="1433" y="1266"/>
                      <a:pt x="1286" y="1068"/>
                      <a:pt x="1104" y="964"/>
                    </a:cubicBezTo>
                    <a:cubicBezTo>
                      <a:pt x="961" y="878"/>
                      <a:pt x="786" y="839"/>
                      <a:pt x="609" y="839"/>
                    </a:cubicBezTo>
                    <a:cubicBezTo>
                      <a:pt x="524" y="839"/>
                      <a:pt x="474" y="848"/>
                      <a:pt x="419" y="855"/>
                    </a:cubicBezTo>
                    <a:lnTo>
                      <a:pt x="508" y="264"/>
                    </a:lnTo>
                    <a:lnTo>
                      <a:pt x="1386" y="264"/>
                    </a:lnTo>
                    <a:lnTo>
                      <a:pt x="138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Google Shape;2568;p69"/>
              <p:cNvSpPr/>
              <p:nvPr/>
            </p:nvSpPr>
            <p:spPr>
              <a:xfrm>
                <a:off x="2469988" y="4405769"/>
                <a:ext cx="54740" cy="83300"/>
              </a:xfrm>
              <a:custGeom>
                <a:avLst/>
                <a:gdLst/>
                <a:ahLst/>
                <a:cxnLst/>
                <a:rect l="l" t="t" r="r" b="b"/>
                <a:pathLst>
                  <a:path w="1564" h="2380" extrusionOk="0">
                    <a:moveTo>
                      <a:pt x="782" y="241"/>
                    </a:moveTo>
                    <a:cubicBezTo>
                      <a:pt x="1107" y="241"/>
                      <a:pt x="1250" y="616"/>
                      <a:pt x="1250" y="1180"/>
                    </a:cubicBezTo>
                    <a:cubicBezTo>
                      <a:pt x="1250" y="1769"/>
                      <a:pt x="1099" y="2140"/>
                      <a:pt x="778" y="2140"/>
                    </a:cubicBezTo>
                    <a:cubicBezTo>
                      <a:pt x="496" y="2140"/>
                      <a:pt x="314" y="1799"/>
                      <a:pt x="314" y="1200"/>
                    </a:cubicBezTo>
                    <a:cubicBezTo>
                      <a:pt x="314" y="573"/>
                      <a:pt x="511" y="241"/>
                      <a:pt x="782" y="241"/>
                    </a:cubicBezTo>
                    <a:close/>
                    <a:moveTo>
                      <a:pt x="801" y="1"/>
                    </a:moveTo>
                    <a:cubicBezTo>
                      <a:pt x="333" y="1"/>
                      <a:pt x="1" y="426"/>
                      <a:pt x="1" y="1196"/>
                    </a:cubicBezTo>
                    <a:cubicBezTo>
                      <a:pt x="8" y="1958"/>
                      <a:pt x="314" y="2380"/>
                      <a:pt x="763" y="2380"/>
                    </a:cubicBezTo>
                    <a:cubicBezTo>
                      <a:pt x="1274" y="2380"/>
                      <a:pt x="1563" y="1946"/>
                      <a:pt x="1563" y="1165"/>
                    </a:cubicBezTo>
                    <a:cubicBezTo>
                      <a:pt x="1563" y="434"/>
                      <a:pt x="1285" y="1"/>
                      <a:pt x="8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Google Shape;2569;p69"/>
              <p:cNvSpPr/>
              <p:nvPr/>
            </p:nvSpPr>
            <p:spPr>
              <a:xfrm>
                <a:off x="2555180" y="4402794"/>
                <a:ext cx="43085" cy="89950"/>
              </a:xfrm>
              <a:custGeom>
                <a:avLst/>
                <a:gdLst/>
                <a:ahLst/>
                <a:cxnLst/>
                <a:rect l="l" t="t" r="r" b="b"/>
                <a:pathLst>
                  <a:path w="1231" h="2570" extrusionOk="0">
                    <a:moveTo>
                      <a:pt x="990" y="1"/>
                    </a:moveTo>
                    <a:lnTo>
                      <a:pt x="0" y="2570"/>
                    </a:lnTo>
                    <a:lnTo>
                      <a:pt x="240" y="2570"/>
                    </a:lnTo>
                    <a:lnTo>
                      <a:pt x="123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Google Shape;2570;p69"/>
              <p:cNvSpPr/>
              <p:nvPr/>
            </p:nvSpPr>
            <p:spPr>
              <a:xfrm>
                <a:off x="2629627" y="4405769"/>
                <a:ext cx="51520" cy="81935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2341" extrusionOk="0">
                    <a:moveTo>
                      <a:pt x="709" y="1"/>
                    </a:moveTo>
                    <a:cubicBezTo>
                      <a:pt x="445" y="1"/>
                      <a:pt x="218" y="101"/>
                      <a:pt x="59" y="237"/>
                    </a:cubicBezTo>
                    <a:lnTo>
                      <a:pt x="156" y="453"/>
                    </a:lnTo>
                    <a:cubicBezTo>
                      <a:pt x="264" y="364"/>
                      <a:pt x="438" y="260"/>
                      <a:pt x="647" y="260"/>
                    </a:cubicBezTo>
                    <a:cubicBezTo>
                      <a:pt x="988" y="260"/>
                      <a:pt x="1104" y="476"/>
                      <a:pt x="1104" y="708"/>
                    </a:cubicBezTo>
                    <a:cubicBezTo>
                      <a:pt x="1100" y="1057"/>
                      <a:pt x="833" y="1355"/>
                      <a:pt x="245" y="1912"/>
                    </a:cubicBezTo>
                    <a:lnTo>
                      <a:pt x="1" y="2151"/>
                    </a:lnTo>
                    <a:lnTo>
                      <a:pt x="1" y="2341"/>
                    </a:lnTo>
                    <a:lnTo>
                      <a:pt x="1471" y="2341"/>
                    </a:lnTo>
                    <a:lnTo>
                      <a:pt x="1471" y="2082"/>
                    </a:lnTo>
                    <a:lnTo>
                      <a:pt x="438" y="2082"/>
                    </a:lnTo>
                    <a:lnTo>
                      <a:pt x="438" y="2074"/>
                    </a:lnTo>
                    <a:lnTo>
                      <a:pt x="620" y="1904"/>
                    </a:lnTo>
                    <a:cubicBezTo>
                      <a:pt x="1107" y="1440"/>
                      <a:pt x="1413" y="1096"/>
                      <a:pt x="1413" y="669"/>
                    </a:cubicBezTo>
                    <a:cubicBezTo>
                      <a:pt x="1413" y="341"/>
                      <a:pt x="1204" y="1"/>
                      <a:pt x="70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Google Shape;2571;p69"/>
              <p:cNvSpPr/>
              <p:nvPr/>
            </p:nvSpPr>
            <p:spPr>
              <a:xfrm>
                <a:off x="2694098" y="4429849"/>
                <a:ext cx="14805" cy="59220"/>
              </a:xfrm>
              <a:custGeom>
                <a:avLst/>
                <a:gdLst/>
                <a:ahLst/>
                <a:cxnLst/>
                <a:rect l="l" t="t" r="r" b="b"/>
                <a:pathLst>
                  <a:path w="423" h="1692" extrusionOk="0">
                    <a:moveTo>
                      <a:pt x="213" y="1"/>
                    </a:moveTo>
                    <a:cubicBezTo>
                      <a:pt x="89" y="1"/>
                      <a:pt x="1" y="94"/>
                      <a:pt x="1" y="222"/>
                    </a:cubicBezTo>
                    <a:cubicBezTo>
                      <a:pt x="1" y="345"/>
                      <a:pt x="85" y="442"/>
                      <a:pt x="210" y="442"/>
                    </a:cubicBezTo>
                    <a:cubicBezTo>
                      <a:pt x="341" y="442"/>
                      <a:pt x="422" y="345"/>
                      <a:pt x="422" y="222"/>
                    </a:cubicBezTo>
                    <a:cubicBezTo>
                      <a:pt x="419" y="94"/>
                      <a:pt x="337" y="1"/>
                      <a:pt x="213" y="1"/>
                    </a:cubicBezTo>
                    <a:close/>
                    <a:moveTo>
                      <a:pt x="213" y="1251"/>
                    </a:moveTo>
                    <a:cubicBezTo>
                      <a:pt x="89" y="1251"/>
                      <a:pt x="1" y="1340"/>
                      <a:pt x="1" y="1472"/>
                    </a:cubicBezTo>
                    <a:cubicBezTo>
                      <a:pt x="1" y="1595"/>
                      <a:pt x="85" y="1692"/>
                      <a:pt x="210" y="1692"/>
                    </a:cubicBezTo>
                    <a:cubicBezTo>
                      <a:pt x="341" y="1692"/>
                      <a:pt x="422" y="1595"/>
                      <a:pt x="422" y="1472"/>
                    </a:cubicBezTo>
                    <a:cubicBezTo>
                      <a:pt x="419" y="1340"/>
                      <a:pt x="337" y="1251"/>
                      <a:pt x="213" y="12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Google Shape;2572;p69"/>
              <p:cNvSpPr/>
              <p:nvPr/>
            </p:nvSpPr>
            <p:spPr>
              <a:xfrm>
                <a:off x="2718494" y="4407134"/>
                <a:ext cx="50085" cy="81935"/>
              </a:xfrm>
              <a:custGeom>
                <a:avLst/>
                <a:gdLst/>
                <a:ahLst/>
                <a:cxnLst/>
                <a:rect l="l" t="t" r="r" b="b"/>
                <a:pathLst>
                  <a:path w="1431" h="2341" extrusionOk="0">
                    <a:moveTo>
                      <a:pt x="282" y="0"/>
                    </a:moveTo>
                    <a:lnTo>
                      <a:pt x="135" y="1107"/>
                    </a:lnTo>
                    <a:cubicBezTo>
                      <a:pt x="220" y="1095"/>
                      <a:pt x="320" y="1080"/>
                      <a:pt x="452" y="1080"/>
                    </a:cubicBezTo>
                    <a:cubicBezTo>
                      <a:pt x="913" y="1080"/>
                      <a:pt x="1110" y="1293"/>
                      <a:pt x="1114" y="1591"/>
                    </a:cubicBezTo>
                    <a:cubicBezTo>
                      <a:pt x="1114" y="1900"/>
                      <a:pt x="863" y="2089"/>
                      <a:pt x="568" y="2089"/>
                    </a:cubicBezTo>
                    <a:cubicBezTo>
                      <a:pt x="359" y="2089"/>
                      <a:pt x="174" y="2020"/>
                      <a:pt x="77" y="1962"/>
                    </a:cubicBezTo>
                    <a:lnTo>
                      <a:pt x="0" y="2198"/>
                    </a:lnTo>
                    <a:cubicBezTo>
                      <a:pt x="108" y="2271"/>
                      <a:pt x="320" y="2341"/>
                      <a:pt x="572" y="2341"/>
                    </a:cubicBezTo>
                    <a:cubicBezTo>
                      <a:pt x="1072" y="2341"/>
                      <a:pt x="1431" y="2005"/>
                      <a:pt x="1431" y="1555"/>
                    </a:cubicBezTo>
                    <a:cubicBezTo>
                      <a:pt x="1431" y="1266"/>
                      <a:pt x="1281" y="1068"/>
                      <a:pt x="1099" y="964"/>
                    </a:cubicBezTo>
                    <a:cubicBezTo>
                      <a:pt x="959" y="878"/>
                      <a:pt x="781" y="839"/>
                      <a:pt x="604" y="839"/>
                    </a:cubicBezTo>
                    <a:cubicBezTo>
                      <a:pt x="518" y="839"/>
                      <a:pt x="472" y="848"/>
                      <a:pt x="418" y="855"/>
                    </a:cubicBezTo>
                    <a:lnTo>
                      <a:pt x="506" y="264"/>
                    </a:lnTo>
                    <a:lnTo>
                      <a:pt x="1385" y="264"/>
                    </a:lnTo>
                    <a:lnTo>
                      <a:pt x="13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Google Shape;2573;p69"/>
              <p:cNvSpPr/>
              <p:nvPr/>
            </p:nvSpPr>
            <p:spPr>
              <a:xfrm>
                <a:off x="2781285" y="4405769"/>
                <a:ext cx="54600" cy="83300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2380" extrusionOk="0">
                    <a:moveTo>
                      <a:pt x="783" y="241"/>
                    </a:moveTo>
                    <a:cubicBezTo>
                      <a:pt x="1103" y="241"/>
                      <a:pt x="1251" y="616"/>
                      <a:pt x="1251" y="1180"/>
                    </a:cubicBezTo>
                    <a:cubicBezTo>
                      <a:pt x="1251" y="1769"/>
                      <a:pt x="1096" y="2140"/>
                      <a:pt x="778" y="2140"/>
                    </a:cubicBezTo>
                    <a:cubicBezTo>
                      <a:pt x="496" y="2140"/>
                      <a:pt x="310" y="1799"/>
                      <a:pt x="310" y="1200"/>
                    </a:cubicBezTo>
                    <a:cubicBezTo>
                      <a:pt x="310" y="573"/>
                      <a:pt x="508" y="241"/>
                      <a:pt x="783" y="241"/>
                    </a:cubicBezTo>
                    <a:close/>
                    <a:moveTo>
                      <a:pt x="798" y="1"/>
                    </a:moveTo>
                    <a:cubicBezTo>
                      <a:pt x="333" y="1"/>
                      <a:pt x="1" y="426"/>
                      <a:pt x="1" y="1196"/>
                    </a:cubicBezTo>
                    <a:cubicBezTo>
                      <a:pt x="8" y="1958"/>
                      <a:pt x="310" y="2380"/>
                      <a:pt x="760" y="2380"/>
                    </a:cubicBezTo>
                    <a:cubicBezTo>
                      <a:pt x="1270" y="2380"/>
                      <a:pt x="1560" y="1946"/>
                      <a:pt x="1560" y="1165"/>
                    </a:cubicBezTo>
                    <a:cubicBezTo>
                      <a:pt x="1560" y="434"/>
                      <a:pt x="1285" y="1"/>
                      <a:pt x="79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74" name="Google Shape;2574;p69"/>
            <p:cNvGrpSpPr/>
            <p:nvPr/>
          </p:nvGrpSpPr>
          <p:grpSpPr>
            <a:xfrm>
              <a:off x="6740408" y="4082745"/>
              <a:ext cx="1412936" cy="130770"/>
              <a:chOff x="2935989" y="4367723"/>
              <a:chExt cx="1685879" cy="156032"/>
            </a:xfrm>
          </p:grpSpPr>
          <p:sp>
            <p:nvSpPr>
              <p:cNvPr id="2575" name="Google Shape;2575;p69"/>
              <p:cNvSpPr/>
              <p:nvPr/>
            </p:nvSpPr>
            <p:spPr>
              <a:xfrm>
                <a:off x="2935989" y="4376368"/>
                <a:ext cx="179165" cy="138705"/>
              </a:xfrm>
              <a:custGeom>
                <a:avLst/>
                <a:gdLst/>
                <a:ahLst/>
                <a:cxnLst/>
                <a:rect l="l" t="t" r="r" b="b"/>
                <a:pathLst>
                  <a:path w="5119" h="3963" extrusionOk="0">
                    <a:moveTo>
                      <a:pt x="1323" y="1761"/>
                    </a:moveTo>
                    <a:lnTo>
                      <a:pt x="1323" y="2202"/>
                    </a:lnTo>
                    <a:lnTo>
                      <a:pt x="495" y="2202"/>
                    </a:lnTo>
                    <a:lnTo>
                      <a:pt x="495" y="1761"/>
                    </a:lnTo>
                    <a:close/>
                    <a:moveTo>
                      <a:pt x="4515" y="1761"/>
                    </a:moveTo>
                    <a:lnTo>
                      <a:pt x="4515" y="2202"/>
                    </a:lnTo>
                    <a:lnTo>
                      <a:pt x="1872" y="2202"/>
                    </a:lnTo>
                    <a:lnTo>
                      <a:pt x="1872" y="1761"/>
                    </a:lnTo>
                    <a:close/>
                    <a:moveTo>
                      <a:pt x="3191" y="2698"/>
                    </a:moveTo>
                    <a:lnTo>
                      <a:pt x="3191" y="3139"/>
                    </a:lnTo>
                    <a:lnTo>
                      <a:pt x="549" y="3139"/>
                    </a:lnTo>
                    <a:lnTo>
                      <a:pt x="549" y="2698"/>
                    </a:lnTo>
                    <a:close/>
                    <a:moveTo>
                      <a:pt x="4569" y="2698"/>
                    </a:moveTo>
                    <a:lnTo>
                      <a:pt x="4569" y="3139"/>
                    </a:lnTo>
                    <a:lnTo>
                      <a:pt x="3745" y="3139"/>
                    </a:lnTo>
                    <a:lnTo>
                      <a:pt x="3745" y="2698"/>
                    </a:lnTo>
                    <a:close/>
                    <a:moveTo>
                      <a:pt x="538" y="1"/>
                    </a:moveTo>
                    <a:cubicBezTo>
                      <a:pt x="240" y="1"/>
                      <a:pt x="0" y="241"/>
                      <a:pt x="0" y="539"/>
                    </a:cubicBezTo>
                    <a:lnTo>
                      <a:pt x="0" y="3429"/>
                    </a:lnTo>
                    <a:cubicBezTo>
                      <a:pt x="0" y="3723"/>
                      <a:pt x="240" y="3963"/>
                      <a:pt x="538" y="3963"/>
                    </a:cubicBezTo>
                    <a:lnTo>
                      <a:pt x="4584" y="3963"/>
                    </a:lnTo>
                    <a:cubicBezTo>
                      <a:pt x="4878" y="3963"/>
                      <a:pt x="5118" y="3723"/>
                      <a:pt x="5118" y="3429"/>
                    </a:cubicBezTo>
                    <a:lnTo>
                      <a:pt x="5118" y="539"/>
                    </a:lnTo>
                    <a:cubicBezTo>
                      <a:pt x="5118" y="241"/>
                      <a:pt x="4878" y="1"/>
                      <a:pt x="458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Google Shape;2576;p69"/>
              <p:cNvSpPr/>
              <p:nvPr/>
            </p:nvSpPr>
            <p:spPr>
              <a:xfrm>
                <a:off x="3835089" y="4383858"/>
                <a:ext cx="196525" cy="123760"/>
              </a:xfrm>
              <a:custGeom>
                <a:avLst/>
                <a:gdLst/>
                <a:ahLst/>
                <a:cxnLst/>
                <a:rect l="l" t="t" r="r" b="b"/>
                <a:pathLst>
                  <a:path w="5615" h="3536" extrusionOk="0">
                    <a:moveTo>
                      <a:pt x="5119" y="495"/>
                    </a:moveTo>
                    <a:lnTo>
                      <a:pt x="5119" y="3041"/>
                    </a:lnTo>
                    <a:lnTo>
                      <a:pt x="496" y="3041"/>
                    </a:lnTo>
                    <a:lnTo>
                      <a:pt x="496" y="495"/>
                    </a:lnTo>
                    <a:close/>
                    <a:moveTo>
                      <a:pt x="248" y="0"/>
                    </a:moveTo>
                    <a:cubicBezTo>
                      <a:pt x="109" y="0"/>
                      <a:pt x="0" y="112"/>
                      <a:pt x="0" y="247"/>
                    </a:cubicBezTo>
                    <a:lnTo>
                      <a:pt x="0" y="3288"/>
                    </a:lnTo>
                    <a:cubicBezTo>
                      <a:pt x="0" y="3424"/>
                      <a:pt x="109" y="3536"/>
                      <a:pt x="248" y="3536"/>
                    </a:cubicBezTo>
                    <a:lnTo>
                      <a:pt x="5367" y="3536"/>
                    </a:lnTo>
                    <a:cubicBezTo>
                      <a:pt x="5502" y="3536"/>
                      <a:pt x="5614" y="3424"/>
                      <a:pt x="5614" y="3288"/>
                    </a:cubicBezTo>
                    <a:lnTo>
                      <a:pt x="5614" y="247"/>
                    </a:lnTo>
                    <a:cubicBezTo>
                      <a:pt x="5614" y="112"/>
                      <a:pt x="5502" y="0"/>
                      <a:pt x="53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Google Shape;2577;p69"/>
              <p:cNvSpPr/>
              <p:nvPr/>
            </p:nvSpPr>
            <p:spPr>
              <a:xfrm>
                <a:off x="3239271" y="4379378"/>
                <a:ext cx="129115" cy="132720"/>
              </a:xfrm>
              <a:custGeom>
                <a:avLst/>
                <a:gdLst/>
                <a:ahLst/>
                <a:cxnLst/>
                <a:rect l="l" t="t" r="r" b="b"/>
                <a:pathLst>
                  <a:path w="3689" h="3792" extrusionOk="0">
                    <a:moveTo>
                      <a:pt x="1847" y="1173"/>
                    </a:moveTo>
                    <a:cubicBezTo>
                      <a:pt x="2245" y="1173"/>
                      <a:pt x="2570" y="1498"/>
                      <a:pt x="2570" y="1896"/>
                    </a:cubicBezTo>
                    <a:cubicBezTo>
                      <a:pt x="2570" y="2298"/>
                      <a:pt x="2245" y="2619"/>
                      <a:pt x="1847" y="2619"/>
                    </a:cubicBezTo>
                    <a:cubicBezTo>
                      <a:pt x="1444" y="2619"/>
                      <a:pt x="1119" y="2298"/>
                      <a:pt x="1119" y="1896"/>
                    </a:cubicBezTo>
                    <a:cubicBezTo>
                      <a:pt x="1119" y="1498"/>
                      <a:pt x="1444" y="1173"/>
                      <a:pt x="1847" y="1173"/>
                    </a:cubicBezTo>
                    <a:close/>
                    <a:moveTo>
                      <a:pt x="1336" y="0"/>
                    </a:moveTo>
                    <a:lnTo>
                      <a:pt x="1258" y="766"/>
                    </a:lnTo>
                    <a:lnTo>
                      <a:pt x="589" y="391"/>
                    </a:lnTo>
                    <a:lnTo>
                      <a:pt x="1" y="1223"/>
                    </a:lnTo>
                    <a:lnTo>
                      <a:pt x="783" y="1896"/>
                    </a:lnTo>
                    <a:lnTo>
                      <a:pt x="1" y="2569"/>
                    </a:lnTo>
                    <a:lnTo>
                      <a:pt x="589" y="3405"/>
                    </a:lnTo>
                    <a:lnTo>
                      <a:pt x="1258" y="3025"/>
                    </a:lnTo>
                    <a:lnTo>
                      <a:pt x="1336" y="3791"/>
                    </a:lnTo>
                    <a:lnTo>
                      <a:pt x="2353" y="3791"/>
                    </a:lnTo>
                    <a:lnTo>
                      <a:pt x="2431" y="3025"/>
                    </a:lnTo>
                    <a:lnTo>
                      <a:pt x="3100" y="3405"/>
                    </a:lnTo>
                    <a:lnTo>
                      <a:pt x="3688" y="2569"/>
                    </a:lnTo>
                    <a:lnTo>
                      <a:pt x="2910" y="1896"/>
                    </a:lnTo>
                    <a:lnTo>
                      <a:pt x="3688" y="1223"/>
                    </a:lnTo>
                    <a:lnTo>
                      <a:pt x="3100" y="391"/>
                    </a:lnTo>
                    <a:lnTo>
                      <a:pt x="2431" y="766"/>
                    </a:lnTo>
                    <a:lnTo>
                      <a:pt x="235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Google Shape;2578;p69"/>
              <p:cNvSpPr/>
              <p:nvPr/>
            </p:nvSpPr>
            <p:spPr>
              <a:xfrm>
                <a:off x="3313227" y="4379378"/>
                <a:ext cx="82880" cy="58660"/>
              </a:xfrm>
              <a:custGeom>
                <a:avLst/>
                <a:gdLst/>
                <a:ahLst/>
                <a:cxnLst/>
                <a:rect l="l" t="t" r="r" b="b"/>
                <a:pathLst>
                  <a:path w="2368" h="1676" extrusionOk="0">
                    <a:moveTo>
                      <a:pt x="0" y="0"/>
                    </a:moveTo>
                    <a:lnTo>
                      <a:pt x="0" y="1675"/>
                    </a:lnTo>
                    <a:lnTo>
                      <a:pt x="2368" y="1675"/>
                    </a:lnTo>
                    <a:lnTo>
                      <a:pt x="236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Google Shape;2579;p69"/>
              <p:cNvSpPr/>
              <p:nvPr/>
            </p:nvSpPr>
            <p:spPr>
              <a:xfrm>
                <a:off x="3329468" y="4393588"/>
                <a:ext cx="24535" cy="32935"/>
              </a:xfrm>
              <a:custGeom>
                <a:avLst/>
                <a:gdLst/>
                <a:ahLst/>
                <a:cxnLst/>
                <a:rect l="l" t="t" r="r" b="b"/>
                <a:pathLst>
                  <a:path w="701" h="941" extrusionOk="0">
                    <a:moveTo>
                      <a:pt x="1" y="1"/>
                    </a:moveTo>
                    <a:lnTo>
                      <a:pt x="1" y="940"/>
                    </a:lnTo>
                    <a:lnTo>
                      <a:pt x="124" y="940"/>
                    </a:lnTo>
                    <a:lnTo>
                      <a:pt x="124" y="499"/>
                    </a:lnTo>
                    <a:lnTo>
                      <a:pt x="577" y="499"/>
                    </a:lnTo>
                    <a:lnTo>
                      <a:pt x="577" y="940"/>
                    </a:lnTo>
                    <a:lnTo>
                      <a:pt x="701" y="940"/>
                    </a:lnTo>
                    <a:lnTo>
                      <a:pt x="701" y="1"/>
                    </a:lnTo>
                    <a:lnTo>
                      <a:pt x="577" y="1"/>
                    </a:lnTo>
                    <a:lnTo>
                      <a:pt x="577" y="395"/>
                    </a:lnTo>
                    <a:lnTo>
                      <a:pt x="124" y="395"/>
                    </a:lnTo>
                    <a:lnTo>
                      <a:pt x="12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Google Shape;2580;p69"/>
              <p:cNvSpPr/>
              <p:nvPr/>
            </p:nvSpPr>
            <p:spPr>
              <a:xfrm>
                <a:off x="3361283" y="4393308"/>
                <a:ext cx="26985" cy="33460"/>
              </a:xfrm>
              <a:custGeom>
                <a:avLst/>
                <a:gdLst/>
                <a:ahLst/>
                <a:cxnLst/>
                <a:rect l="l" t="t" r="r" b="b"/>
                <a:pathLst>
                  <a:path w="771" h="956" extrusionOk="0">
                    <a:moveTo>
                      <a:pt x="264" y="97"/>
                    </a:moveTo>
                    <a:cubicBezTo>
                      <a:pt x="520" y="97"/>
                      <a:pt x="647" y="241"/>
                      <a:pt x="647" y="461"/>
                    </a:cubicBezTo>
                    <a:cubicBezTo>
                      <a:pt x="647" y="713"/>
                      <a:pt x="504" y="859"/>
                      <a:pt x="245" y="859"/>
                    </a:cubicBezTo>
                    <a:cubicBezTo>
                      <a:pt x="198" y="859"/>
                      <a:pt x="152" y="856"/>
                      <a:pt x="120" y="852"/>
                    </a:cubicBezTo>
                    <a:lnTo>
                      <a:pt x="120" y="109"/>
                    </a:lnTo>
                    <a:cubicBezTo>
                      <a:pt x="156" y="105"/>
                      <a:pt x="202" y="97"/>
                      <a:pt x="264" y="97"/>
                    </a:cubicBezTo>
                    <a:close/>
                    <a:moveTo>
                      <a:pt x="260" y="0"/>
                    </a:moveTo>
                    <a:cubicBezTo>
                      <a:pt x="163" y="0"/>
                      <a:pt x="74" y="9"/>
                      <a:pt x="1" y="20"/>
                    </a:cubicBezTo>
                    <a:lnTo>
                      <a:pt x="1" y="945"/>
                    </a:lnTo>
                    <a:cubicBezTo>
                      <a:pt x="63" y="952"/>
                      <a:pt x="136" y="956"/>
                      <a:pt x="222" y="956"/>
                    </a:cubicBezTo>
                    <a:cubicBezTo>
                      <a:pt x="404" y="956"/>
                      <a:pt x="550" y="909"/>
                      <a:pt x="636" y="821"/>
                    </a:cubicBezTo>
                    <a:cubicBezTo>
                      <a:pt x="724" y="736"/>
                      <a:pt x="770" y="608"/>
                      <a:pt x="770" y="457"/>
                    </a:cubicBezTo>
                    <a:cubicBezTo>
                      <a:pt x="770" y="302"/>
                      <a:pt x="724" y="194"/>
                      <a:pt x="639" y="120"/>
                    </a:cubicBezTo>
                    <a:cubicBezTo>
                      <a:pt x="558" y="43"/>
                      <a:pt x="434" y="0"/>
                      <a:pt x="2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Google Shape;2581;p69"/>
              <p:cNvSpPr/>
              <p:nvPr/>
            </p:nvSpPr>
            <p:spPr>
              <a:xfrm>
                <a:off x="3520257" y="4370558"/>
                <a:ext cx="190715" cy="150325"/>
              </a:xfrm>
              <a:custGeom>
                <a:avLst/>
                <a:gdLst/>
                <a:ahLst/>
                <a:cxnLst/>
                <a:rect l="l" t="t" r="r" b="b"/>
                <a:pathLst>
                  <a:path w="5449" h="4295" extrusionOk="0">
                    <a:moveTo>
                      <a:pt x="4747" y="334"/>
                    </a:moveTo>
                    <a:cubicBezTo>
                      <a:pt x="4953" y="334"/>
                      <a:pt x="5119" y="500"/>
                      <a:pt x="5119" y="705"/>
                    </a:cubicBezTo>
                    <a:lnTo>
                      <a:pt x="5119" y="3595"/>
                    </a:lnTo>
                    <a:cubicBezTo>
                      <a:pt x="5119" y="3800"/>
                      <a:pt x="4953" y="3966"/>
                      <a:pt x="4747" y="3966"/>
                    </a:cubicBezTo>
                    <a:lnTo>
                      <a:pt x="701" y="3966"/>
                    </a:lnTo>
                    <a:cubicBezTo>
                      <a:pt x="496" y="3966"/>
                      <a:pt x="330" y="3800"/>
                      <a:pt x="330" y="3595"/>
                    </a:cubicBezTo>
                    <a:lnTo>
                      <a:pt x="330" y="705"/>
                    </a:lnTo>
                    <a:cubicBezTo>
                      <a:pt x="330" y="500"/>
                      <a:pt x="496" y="334"/>
                      <a:pt x="701" y="334"/>
                    </a:cubicBezTo>
                    <a:close/>
                    <a:moveTo>
                      <a:pt x="701" y="0"/>
                    </a:moveTo>
                    <a:cubicBezTo>
                      <a:pt x="314" y="0"/>
                      <a:pt x="1" y="318"/>
                      <a:pt x="1" y="705"/>
                    </a:cubicBezTo>
                    <a:lnTo>
                      <a:pt x="1" y="3595"/>
                    </a:lnTo>
                    <a:cubicBezTo>
                      <a:pt x="1" y="3982"/>
                      <a:pt x="314" y="4295"/>
                      <a:pt x="701" y="4295"/>
                    </a:cubicBezTo>
                    <a:lnTo>
                      <a:pt x="4747" y="4295"/>
                    </a:lnTo>
                    <a:cubicBezTo>
                      <a:pt x="5135" y="4295"/>
                      <a:pt x="5448" y="3982"/>
                      <a:pt x="5448" y="3595"/>
                    </a:cubicBezTo>
                    <a:lnTo>
                      <a:pt x="5448" y="705"/>
                    </a:lnTo>
                    <a:cubicBezTo>
                      <a:pt x="5448" y="318"/>
                      <a:pt x="5135" y="0"/>
                      <a:pt x="474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Google Shape;2582;p69"/>
              <p:cNvSpPr/>
              <p:nvPr/>
            </p:nvSpPr>
            <p:spPr>
              <a:xfrm>
                <a:off x="3623579" y="4446544"/>
                <a:ext cx="59080" cy="45640"/>
              </a:xfrm>
              <a:custGeom>
                <a:avLst/>
                <a:gdLst/>
                <a:ahLst/>
                <a:cxnLst/>
                <a:rect l="l" t="t" r="r" b="b"/>
                <a:pathLst>
                  <a:path w="1688" h="1304" extrusionOk="0">
                    <a:moveTo>
                      <a:pt x="179" y="0"/>
                    </a:moveTo>
                    <a:cubicBezTo>
                      <a:pt x="82" y="0"/>
                      <a:pt x="1" y="77"/>
                      <a:pt x="1" y="174"/>
                    </a:cubicBezTo>
                    <a:lnTo>
                      <a:pt x="1" y="1129"/>
                    </a:lnTo>
                    <a:cubicBezTo>
                      <a:pt x="1" y="1227"/>
                      <a:pt x="82" y="1304"/>
                      <a:pt x="179" y="1304"/>
                    </a:cubicBezTo>
                    <a:lnTo>
                      <a:pt x="1513" y="1304"/>
                    </a:lnTo>
                    <a:cubicBezTo>
                      <a:pt x="1610" y="1304"/>
                      <a:pt x="1688" y="1227"/>
                      <a:pt x="1688" y="1129"/>
                    </a:cubicBezTo>
                    <a:lnTo>
                      <a:pt x="1688" y="174"/>
                    </a:lnTo>
                    <a:cubicBezTo>
                      <a:pt x="1688" y="77"/>
                      <a:pt x="1610" y="0"/>
                      <a:pt x="15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Google Shape;2583;p69"/>
              <p:cNvSpPr/>
              <p:nvPr/>
            </p:nvSpPr>
            <p:spPr>
              <a:xfrm>
                <a:off x="4156710" y="4370558"/>
                <a:ext cx="190680" cy="150325"/>
              </a:xfrm>
              <a:custGeom>
                <a:avLst/>
                <a:gdLst/>
                <a:ahLst/>
                <a:cxnLst/>
                <a:rect l="l" t="t" r="r" b="b"/>
                <a:pathLst>
                  <a:path w="5448" h="4295" extrusionOk="0">
                    <a:moveTo>
                      <a:pt x="700" y="0"/>
                    </a:moveTo>
                    <a:cubicBezTo>
                      <a:pt x="314" y="0"/>
                      <a:pt x="0" y="318"/>
                      <a:pt x="0" y="705"/>
                    </a:cubicBezTo>
                    <a:lnTo>
                      <a:pt x="329" y="705"/>
                    </a:lnTo>
                    <a:cubicBezTo>
                      <a:pt x="329" y="500"/>
                      <a:pt x="496" y="334"/>
                      <a:pt x="700" y="334"/>
                    </a:cubicBezTo>
                    <a:lnTo>
                      <a:pt x="4748" y="334"/>
                    </a:lnTo>
                    <a:cubicBezTo>
                      <a:pt x="4953" y="334"/>
                      <a:pt x="5119" y="500"/>
                      <a:pt x="5119" y="705"/>
                    </a:cubicBezTo>
                    <a:lnTo>
                      <a:pt x="5119" y="3595"/>
                    </a:lnTo>
                    <a:cubicBezTo>
                      <a:pt x="5119" y="3800"/>
                      <a:pt x="4953" y="3966"/>
                      <a:pt x="4748" y="3966"/>
                    </a:cubicBezTo>
                    <a:lnTo>
                      <a:pt x="3769" y="3966"/>
                    </a:lnTo>
                    <a:lnTo>
                      <a:pt x="3769" y="4295"/>
                    </a:lnTo>
                    <a:lnTo>
                      <a:pt x="4748" y="4295"/>
                    </a:lnTo>
                    <a:cubicBezTo>
                      <a:pt x="5134" y="4295"/>
                      <a:pt x="5448" y="3982"/>
                      <a:pt x="5448" y="3595"/>
                    </a:cubicBezTo>
                    <a:lnTo>
                      <a:pt x="5448" y="705"/>
                    </a:lnTo>
                    <a:cubicBezTo>
                      <a:pt x="5448" y="318"/>
                      <a:pt x="5134" y="0"/>
                      <a:pt x="47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Google Shape;2584;p69"/>
              <p:cNvSpPr/>
              <p:nvPr/>
            </p:nvSpPr>
            <p:spPr>
              <a:xfrm>
                <a:off x="4155765" y="4407239"/>
                <a:ext cx="111755" cy="111755"/>
              </a:xfrm>
              <a:custGeom>
                <a:avLst/>
                <a:gdLst/>
                <a:ahLst/>
                <a:cxnLst/>
                <a:rect l="l" t="t" r="r" b="b"/>
                <a:pathLst>
                  <a:path w="3193" h="3193" extrusionOk="0">
                    <a:moveTo>
                      <a:pt x="0" y="1"/>
                    </a:moveTo>
                    <a:lnTo>
                      <a:pt x="0" y="477"/>
                    </a:lnTo>
                    <a:cubicBezTo>
                      <a:pt x="1498" y="477"/>
                      <a:pt x="2716" y="1695"/>
                      <a:pt x="2716" y="3193"/>
                    </a:cubicBezTo>
                    <a:lnTo>
                      <a:pt x="3192" y="3193"/>
                    </a:lnTo>
                    <a:cubicBezTo>
                      <a:pt x="3192" y="1433"/>
                      <a:pt x="1761" y="1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Google Shape;2585;p69"/>
              <p:cNvSpPr/>
              <p:nvPr/>
            </p:nvSpPr>
            <p:spPr>
              <a:xfrm>
                <a:off x="4155765" y="4445179"/>
                <a:ext cx="73815" cy="73815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2109" extrusionOk="0">
                    <a:moveTo>
                      <a:pt x="0" y="0"/>
                    </a:moveTo>
                    <a:lnTo>
                      <a:pt x="0" y="477"/>
                    </a:lnTo>
                    <a:cubicBezTo>
                      <a:pt x="902" y="477"/>
                      <a:pt x="1632" y="1207"/>
                      <a:pt x="1632" y="2109"/>
                    </a:cubicBezTo>
                    <a:lnTo>
                      <a:pt x="2109" y="2109"/>
                    </a:lnTo>
                    <a:cubicBezTo>
                      <a:pt x="2109" y="945"/>
                      <a:pt x="1164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Google Shape;2586;p69"/>
              <p:cNvSpPr/>
              <p:nvPr/>
            </p:nvSpPr>
            <p:spPr>
              <a:xfrm>
                <a:off x="4155765" y="4487145"/>
                <a:ext cx="31850" cy="31850"/>
              </a:xfrm>
              <a:custGeom>
                <a:avLst/>
                <a:gdLst/>
                <a:ahLst/>
                <a:cxnLst/>
                <a:rect l="l" t="t" r="r" b="b"/>
                <a:pathLst>
                  <a:path w="910" h="910" extrusionOk="0">
                    <a:moveTo>
                      <a:pt x="0" y="1"/>
                    </a:moveTo>
                    <a:lnTo>
                      <a:pt x="0" y="910"/>
                    </a:lnTo>
                    <a:lnTo>
                      <a:pt x="909" y="910"/>
                    </a:lnTo>
                    <a:cubicBezTo>
                      <a:pt x="909" y="407"/>
                      <a:pt x="503" y="1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Google Shape;2587;p69"/>
              <p:cNvSpPr/>
              <p:nvPr/>
            </p:nvSpPr>
            <p:spPr>
              <a:xfrm>
                <a:off x="4471542" y="4367723"/>
                <a:ext cx="68530" cy="6853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958" extrusionOk="0">
                    <a:moveTo>
                      <a:pt x="248" y="1"/>
                    </a:moveTo>
                    <a:cubicBezTo>
                      <a:pt x="113" y="1"/>
                      <a:pt x="1" y="113"/>
                      <a:pt x="1" y="248"/>
                    </a:cubicBezTo>
                    <a:lnTo>
                      <a:pt x="1" y="1710"/>
                    </a:lnTo>
                    <a:cubicBezTo>
                      <a:pt x="1" y="1849"/>
                      <a:pt x="113" y="1958"/>
                      <a:pt x="248" y="1958"/>
                    </a:cubicBezTo>
                    <a:cubicBezTo>
                      <a:pt x="383" y="1958"/>
                      <a:pt x="495" y="1849"/>
                      <a:pt x="495" y="1710"/>
                    </a:cubicBezTo>
                    <a:lnTo>
                      <a:pt x="495" y="496"/>
                    </a:lnTo>
                    <a:lnTo>
                      <a:pt x="1710" y="496"/>
                    </a:lnTo>
                    <a:cubicBezTo>
                      <a:pt x="1845" y="496"/>
                      <a:pt x="1958" y="383"/>
                      <a:pt x="1958" y="248"/>
                    </a:cubicBezTo>
                    <a:cubicBezTo>
                      <a:pt x="1958" y="113"/>
                      <a:pt x="1845" y="1"/>
                      <a:pt x="17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Google Shape;2588;p69"/>
              <p:cNvSpPr/>
              <p:nvPr/>
            </p:nvSpPr>
            <p:spPr>
              <a:xfrm>
                <a:off x="4553164" y="4367723"/>
                <a:ext cx="68705" cy="68530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1958" extrusionOk="0">
                    <a:moveTo>
                      <a:pt x="249" y="1"/>
                    </a:moveTo>
                    <a:cubicBezTo>
                      <a:pt x="113" y="1"/>
                      <a:pt x="1" y="113"/>
                      <a:pt x="1" y="248"/>
                    </a:cubicBezTo>
                    <a:cubicBezTo>
                      <a:pt x="1" y="383"/>
                      <a:pt x="113" y="496"/>
                      <a:pt x="249" y="496"/>
                    </a:cubicBezTo>
                    <a:lnTo>
                      <a:pt x="1467" y="496"/>
                    </a:lnTo>
                    <a:lnTo>
                      <a:pt x="1467" y="1710"/>
                    </a:lnTo>
                    <a:cubicBezTo>
                      <a:pt x="1467" y="1849"/>
                      <a:pt x="1576" y="1958"/>
                      <a:pt x="1715" y="1958"/>
                    </a:cubicBezTo>
                    <a:cubicBezTo>
                      <a:pt x="1851" y="1958"/>
                      <a:pt x="1963" y="1849"/>
                      <a:pt x="1963" y="1710"/>
                    </a:cubicBezTo>
                    <a:lnTo>
                      <a:pt x="1963" y="248"/>
                    </a:lnTo>
                    <a:cubicBezTo>
                      <a:pt x="1963" y="113"/>
                      <a:pt x="1851" y="1"/>
                      <a:pt x="17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Google Shape;2589;p69"/>
              <p:cNvSpPr/>
              <p:nvPr/>
            </p:nvSpPr>
            <p:spPr>
              <a:xfrm>
                <a:off x="4553164" y="4455190"/>
                <a:ext cx="68705" cy="68565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1959" extrusionOk="0">
                    <a:moveTo>
                      <a:pt x="1715" y="0"/>
                    </a:moveTo>
                    <a:cubicBezTo>
                      <a:pt x="1576" y="0"/>
                      <a:pt x="1467" y="113"/>
                      <a:pt x="1467" y="248"/>
                    </a:cubicBezTo>
                    <a:lnTo>
                      <a:pt x="1467" y="1463"/>
                    </a:lnTo>
                    <a:lnTo>
                      <a:pt x="249" y="1463"/>
                    </a:lnTo>
                    <a:cubicBezTo>
                      <a:pt x="113" y="1463"/>
                      <a:pt x="1" y="1575"/>
                      <a:pt x="1" y="1711"/>
                    </a:cubicBezTo>
                    <a:cubicBezTo>
                      <a:pt x="1" y="1850"/>
                      <a:pt x="113" y="1959"/>
                      <a:pt x="249" y="1959"/>
                    </a:cubicBezTo>
                    <a:lnTo>
                      <a:pt x="1715" y="1959"/>
                    </a:lnTo>
                    <a:cubicBezTo>
                      <a:pt x="1851" y="1959"/>
                      <a:pt x="1963" y="1850"/>
                      <a:pt x="1963" y="1711"/>
                    </a:cubicBezTo>
                    <a:lnTo>
                      <a:pt x="1963" y="248"/>
                    </a:lnTo>
                    <a:cubicBezTo>
                      <a:pt x="1963" y="113"/>
                      <a:pt x="1851" y="0"/>
                      <a:pt x="17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Google Shape;2590;p69"/>
              <p:cNvSpPr/>
              <p:nvPr/>
            </p:nvSpPr>
            <p:spPr>
              <a:xfrm>
                <a:off x="4471542" y="4455190"/>
                <a:ext cx="68530" cy="6856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959" extrusionOk="0">
                    <a:moveTo>
                      <a:pt x="248" y="0"/>
                    </a:moveTo>
                    <a:cubicBezTo>
                      <a:pt x="113" y="0"/>
                      <a:pt x="1" y="113"/>
                      <a:pt x="1" y="248"/>
                    </a:cubicBezTo>
                    <a:lnTo>
                      <a:pt x="1" y="1711"/>
                    </a:lnTo>
                    <a:cubicBezTo>
                      <a:pt x="1" y="1850"/>
                      <a:pt x="113" y="1959"/>
                      <a:pt x="248" y="1959"/>
                    </a:cubicBezTo>
                    <a:lnTo>
                      <a:pt x="1710" y="1959"/>
                    </a:lnTo>
                    <a:cubicBezTo>
                      <a:pt x="1845" y="1959"/>
                      <a:pt x="1958" y="1850"/>
                      <a:pt x="1958" y="1711"/>
                    </a:cubicBezTo>
                    <a:cubicBezTo>
                      <a:pt x="1958" y="1575"/>
                      <a:pt x="1845" y="1463"/>
                      <a:pt x="1710" y="1463"/>
                    </a:cubicBezTo>
                    <a:lnTo>
                      <a:pt x="495" y="1463"/>
                    </a:lnTo>
                    <a:lnTo>
                      <a:pt x="495" y="248"/>
                    </a:lnTo>
                    <a:cubicBezTo>
                      <a:pt x="495" y="113"/>
                      <a:pt x="383" y="0"/>
                      <a:pt x="2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92" name="Google Shape;2592;p69"/>
          <p:cNvGrpSpPr/>
          <p:nvPr/>
        </p:nvGrpSpPr>
        <p:grpSpPr>
          <a:xfrm>
            <a:off x="2316329" y="2077127"/>
            <a:ext cx="646112" cy="646129"/>
            <a:chOff x="2389708" y="2922863"/>
            <a:chExt cx="300378" cy="300385"/>
          </a:xfrm>
        </p:grpSpPr>
        <p:sp>
          <p:nvSpPr>
            <p:cNvPr id="2593" name="Google Shape;2593;p69"/>
            <p:cNvSpPr/>
            <p:nvPr/>
          </p:nvSpPr>
          <p:spPr>
            <a:xfrm>
              <a:off x="2389708" y="2922863"/>
              <a:ext cx="300378" cy="300385"/>
            </a:xfrm>
            <a:custGeom>
              <a:avLst/>
              <a:gdLst/>
              <a:ahLst/>
              <a:cxnLst/>
              <a:rect l="l" t="t" r="r" b="b"/>
              <a:pathLst>
                <a:path w="39680" h="39681" extrusionOk="0">
                  <a:moveTo>
                    <a:pt x="19840" y="1"/>
                  </a:moveTo>
                  <a:cubicBezTo>
                    <a:pt x="8884" y="1"/>
                    <a:pt x="1" y="8884"/>
                    <a:pt x="1" y="19840"/>
                  </a:cubicBezTo>
                  <a:cubicBezTo>
                    <a:pt x="1" y="30797"/>
                    <a:pt x="8884" y="39680"/>
                    <a:pt x="19840" y="39680"/>
                  </a:cubicBezTo>
                  <a:cubicBezTo>
                    <a:pt x="30797" y="39680"/>
                    <a:pt x="39680" y="30797"/>
                    <a:pt x="39680" y="19840"/>
                  </a:cubicBezTo>
                  <a:cubicBezTo>
                    <a:pt x="39680" y="8884"/>
                    <a:pt x="30797" y="1"/>
                    <a:pt x="198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69"/>
            <p:cNvSpPr/>
            <p:nvPr/>
          </p:nvSpPr>
          <p:spPr>
            <a:xfrm>
              <a:off x="2488850" y="3005373"/>
              <a:ext cx="135374" cy="135374"/>
            </a:xfrm>
            <a:custGeom>
              <a:avLst/>
              <a:gdLst/>
              <a:ahLst/>
              <a:cxnLst/>
              <a:rect l="l" t="t" r="r" b="b"/>
              <a:pathLst>
                <a:path w="17883" h="17883" extrusionOk="0">
                  <a:moveTo>
                    <a:pt x="0" y="1"/>
                  </a:moveTo>
                  <a:lnTo>
                    <a:pt x="0" y="17882"/>
                  </a:lnTo>
                  <a:lnTo>
                    <a:pt x="17883" y="894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4DF93C0-F88E-4409-B2E6-377E470476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1277" y="781007"/>
            <a:ext cx="4478989" cy="352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55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7" name="Google Shape;2547;p69"/>
          <p:cNvSpPr txBox="1">
            <a:spLocks noGrp="1"/>
          </p:cNvSpPr>
          <p:nvPr>
            <p:ph type="title"/>
          </p:nvPr>
        </p:nvSpPr>
        <p:spPr>
          <a:xfrm>
            <a:off x="5537000" y="1005840"/>
            <a:ext cx="3165040" cy="96537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Карточки</a:t>
            </a:r>
            <a:endParaRPr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548" name="Google Shape;2548;p69"/>
          <p:cNvSpPr txBox="1">
            <a:spLocks noGrp="1"/>
          </p:cNvSpPr>
          <p:nvPr>
            <p:ph type="subTitle" idx="1"/>
          </p:nvPr>
        </p:nvSpPr>
        <p:spPr>
          <a:xfrm>
            <a:off x="5537000" y="2215050"/>
            <a:ext cx="2894100" cy="130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Отсеивание выученных слов</a:t>
            </a:r>
          </a:p>
        </p:txBody>
      </p:sp>
      <p:grpSp>
        <p:nvGrpSpPr>
          <p:cNvPr id="2550" name="Google Shape;2550;p69"/>
          <p:cNvGrpSpPr/>
          <p:nvPr/>
        </p:nvGrpSpPr>
        <p:grpSpPr>
          <a:xfrm>
            <a:off x="983343" y="3508828"/>
            <a:ext cx="3311448" cy="326519"/>
            <a:chOff x="4841943" y="3886997"/>
            <a:chExt cx="3311448" cy="326519"/>
          </a:xfrm>
        </p:grpSpPr>
        <p:grpSp>
          <p:nvGrpSpPr>
            <p:cNvPr id="2551" name="Google Shape;2551;p69"/>
            <p:cNvGrpSpPr/>
            <p:nvPr/>
          </p:nvGrpSpPr>
          <p:grpSpPr>
            <a:xfrm>
              <a:off x="4841949" y="3886997"/>
              <a:ext cx="3311442" cy="95507"/>
              <a:chOff x="5238562" y="4064338"/>
              <a:chExt cx="2868043" cy="82719"/>
            </a:xfrm>
          </p:grpSpPr>
          <p:sp>
            <p:nvSpPr>
              <p:cNvPr id="2552" name="Google Shape;2552;p69"/>
              <p:cNvSpPr/>
              <p:nvPr/>
            </p:nvSpPr>
            <p:spPr>
              <a:xfrm>
                <a:off x="5238825" y="4091082"/>
                <a:ext cx="2867780" cy="29230"/>
              </a:xfrm>
              <a:custGeom>
                <a:avLst/>
                <a:gdLst/>
                <a:ahLst/>
                <a:cxnLst/>
                <a:rect l="l" t="t" r="r" b="b"/>
                <a:pathLst>
                  <a:path w="214976" h="1150" extrusionOk="0">
                    <a:moveTo>
                      <a:pt x="0" y="1"/>
                    </a:moveTo>
                    <a:lnTo>
                      <a:pt x="0" y="1149"/>
                    </a:lnTo>
                    <a:lnTo>
                      <a:pt x="214975" y="1149"/>
                    </a:lnTo>
                    <a:lnTo>
                      <a:pt x="21497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Google Shape;2553;p69"/>
              <p:cNvSpPr/>
              <p:nvPr/>
            </p:nvSpPr>
            <p:spPr>
              <a:xfrm>
                <a:off x="5238562" y="4091092"/>
                <a:ext cx="1052366" cy="29216"/>
              </a:xfrm>
              <a:custGeom>
                <a:avLst/>
                <a:gdLst/>
                <a:ahLst/>
                <a:cxnLst/>
                <a:rect l="l" t="t" r="r" b="b"/>
                <a:pathLst>
                  <a:path w="109110" h="1150" extrusionOk="0">
                    <a:moveTo>
                      <a:pt x="0" y="1"/>
                    </a:moveTo>
                    <a:lnTo>
                      <a:pt x="0" y="1149"/>
                    </a:lnTo>
                    <a:lnTo>
                      <a:pt x="109109" y="1149"/>
                    </a:lnTo>
                    <a:lnTo>
                      <a:pt x="10910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Google Shape;2554;p69"/>
              <p:cNvSpPr/>
              <p:nvPr/>
            </p:nvSpPr>
            <p:spPr>
              <a:xfrm>
                <a:off x="6244244" y="4064338"/>
                <a:ext cx="82693" cy="82719"/>
              </a:xfrm>
              <a:custGeom>
                <a:avLst/>
                <a:gdLst/>
                <a:ahLst/>
                <a:cxnLst/>
                <a:rect l="l" t="t" r="r" b="b"/>
                <a:pathLst>
                  <a:path w="3255" h="3256" extrusionOk="0">
                    <a:moveTo>
                      <a:pt x="1625" y="1"/>
                    </a:moveTo>
                    <a:cubicBezTo>
                      <a:pt x="728" y="1"/>
                      <a:pt x="1" y="729"/>
                      <a:pt x="1" y="1626"/>
                    </a:cubicBezTo>
                    <a:cubicBezTo>
                      <a:pt x="1" y="2527"/>
                      <a:pt x="728" y="3255"/>
                      <a:pt x="1625" y="3255"/>
                    </a:cubicBezTo>
                    <a:cubicBezTo>
                      <a:pt x="2527" y="3255"/>
                      <a:pt x="3254" y="2527"/>
                      <a:pt x="3254" y="1626"/>
                    </a:cubicBezTo>
                    <a:cubicBezTo>
                      <a:pt x="3254" y="729"/>
                      <a:pt x="2527" y="1"/>
                      <a:pt x="162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55" name="Google Shape;2555;p69"/>
            <p:cNvGrpSpPr/>
            <p:nvPr/>
          </p:nvGrpSpPr>
          <p:grpSpPr>
            <a:xfrm>
              <a:off x="4841943" y="4088524"/>
              <a:ext cx="1580463" cy="119299"/>
              <a:chOff x="950116" y="4374618"/>
              <a:chExt cx="1885769" cy="142345"/>
            </a:xfrm>
          </p:grpSpPr>
          <p:sp>
            <p:nvSpPr>
              <p:cNvPr id="2556" name="Google Shape;2556;p69"/>
              <p:cNvSpPr/>
              <p:nvPr/>
            </p:nvSpPr>
            <p:spPr>
              <a:xfrm>
                <a:off x="950116" y="4382213"/>
                <a:ext cx="127190" cy="127190"/>
              </a:xfrm>
              <a:custGeom>
                <a:avLst/>
                <a:gdLst/>
                <a:ahLst/>
                <a:cxnLst/>
                <a:rect l="l" t="t" r="r" b="b"/>
                <a:pathLst>
                  <a:path w="3634" h="3634" extrusionOk="0">
                    <a:moveTo>
                      <a:pt x="1" y="1"/>
                    </a:moveTo>
                    <a:lnTo>
                      <a:pt x="1" y="3633"/>
                    </a:lnTo>
                    <a:lnTo>
                      <a:pt x="3634" y="181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Google Shape;2557;p69"/>
              <p:cNvSpPr/>
              <p:nvPr/>
            </p:nvSpPr>
            <p:spPr>
              <a:xfrm>
                <a:off x="1239222" y="4399819"/>
                <a:ext cx="91980" cy="91945"/>
              </a:xfrm>
              <a:custGeom>
                <a:avLst/>
                <a:gdLst/>
                <a:ahLst/>
                <a:cxnLst/>
                <a:rect l="l" t="t" r="r" b="b"/>
                <a:pathLst>
                  <a:path w="2628" h="2627" extrusionOk="0">
                    <a:moveTo>
                      <a:pt x="1" y="0"/>
                    </a:moveTo>
                    <a:lnTo>
                      <a:pt x="1" y="2627"/>
                    </a:lnTo>
                    <a:lnTo>
                      <a:pt x="2628" y="131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Google Shape;2558;p69"/>
              <p:cNvSpPr/>
              <p:nvPr/>
            </p:nvSpPr>
            <p:spPr>
              <a:xfrm>
                <a:off x="1335509" y="4399819"/>
                <a:ext cx="11830" cy="91945"/>
              </a:xfrm>
              <a:custGeom>
                <a:avLst/>
                <a:gdLst/>
                <a:ahLst/>
                <a:cxnLst/>
                <a:rect l="l" t="t" r="r" b="b"/>
                <a:pathLst>
                  <a:path w="338" h="2627" extrusionOk="0">
                    <a:moveTo>
                      <a:pt x="0" y="0"/>
                    </a:moveTo>
                    <a:lnTo>
                      <a:pt x="0" y="2627"/>
                    </a:lnTo>
                    <a:lnTo>
                      <a:pt x="337" y="2627"/>
                    </a:lnTo>
                    <a:lnTo>
                      <a:pt x="3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Google Shape;2559;p69"/>
              <p:cNvSpPr/>
              <p:nvPr/>
            </p:nvSpPr>
            <p:spPr>
              <a:xfrm>
                <a:off x="1509218" y="4374618"/>
                <a:ext cx="96355" cy="142345"/>
              </a:xfrm>
              <a:custGeom>
                <a:avLst/>
                <a:gdLst/>
                <a:ahLst/>
                <a:cxnLst/>
                <a:rect l="l" t="t" r="r" b="b"/>
                <a:pathLst>
                  <a:path w="2753" h="4067" extrusionOk="0">
                    <a:moveTo>
                      <a:pt x="2752" y="1"/>
                    </a:moveTo>
                    <a:lnTo>
                      <a:pt x="1" y="2032"/>
                    </a:lnTo>
                    <a:lnTo>
                      <a:pt x="2752" y="4066"/>
                    </a:lnTo>
                    <a:lnTo>
                      <a:pt x="275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Google Shape;2560;p69"/>
              <p:cNvSpPr/>
              <p:nvPr/>
            </p:nvSpPr>
            <p:spPr>
              <a:xfrm>
                <a:off x="1509218" y="4410494"/>
                <a:ext cx="48545" cy="70455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2013" extrusionOk="0">
                    <a:moveTo>
                      <a:pt x="1" y="1"/>
                    </a:moveTo>
                    <a:lnTo>
                      <a:pt x="1" y="2013"/>
                    </a:lnTo>
                    <a:lnTo>
                      <a:pt x="1386" y="2013"/>
                    </a:lnTo>
                    <a:lnTo>
                      <a:pt x="138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Google Shape;2561;p69"/>
              <p:cNvSpPr/>
              <p:nvPr/>
            </p:nvSpPr>
            <p:spPr>
              <a:xfrm>
                <a:off x="1619855" y="4378013"/>
                <a:ext cx="54880" cy="135450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3870" extrusionOk="0">
                    <a:moveTo>
                      <a:pt x="1" y="0"/>
                    </a:moveTo>
                    <a:lnTo>
                      <a:pt x="1" y="426"/>
                    </a:lnTo>
                    <a:cubicBezTo>
                      <a:pt x="666" y="604"/>
                      <a:pt x="1161" y="1212"/>
                      <a:pt x="1161" y="1935"/>
                    </a:cubicBezTo>
                    <a:cubicBezTo>
                      <a:pt x="1161" y="2658"/>
                      <a:pt x="666" y="3266"/>
                      <a:pt x="1" y="3448"/>
                    </a:cubicBezTo>
                    <a:lnTo>
                      <a:pt x="1" y="3869"/>
                    </a:lnTo>
                    <a:cubicBezTo>
                      <a:pt x="895" y="3680"/>
                      <a:pt x="1568" y="2887"/>
                      <a:pt x="1568" y="1935"/>
                    </a:cubicBezTo>
                    <a:cubicBezTo>
                      <a:pt x="1568" y="983"/>
                      <a:pt x="895" y="19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Google Shape;2562;p69"/>
              <p:cNvSpPr/>
              <p:nvPr/>
            </p:nvSpPr>
            <p:spPr>
              <a:xfrm>
                <a:off x="1619855" y="4411859"/>
                <a:ext cx="27545" cy="67725"/>
              </a:xfrm>
              <a:custGeom>
                <a:avLst/>
                <a:gdLst/>
                <a:ahLst/>
                <a:cxnLst/>
                <a:rect l="l" t="t" r="r" b="b"/>
                <a:pathLst>
                  <a:path w="787" h="1935" extrusionOk="0">
                    <a:moveTo>
                      <a:pt x="1" y="1"/>
                    </a:moveTo>
                    <a:lnTo>
                      <a:pt x="1" y="1935"/>
                    </a:lnTo>
                    <a:cubicBezTo>
                      <a:pt x="450" y="1842"/>
                      <a:pt x="786" y="1444"/>
                      <a:pt x="786" y="968"/>
                    </a:cubicBezTo>
                    <a:cubicBezTo>
                      <a:pt x="786" y="492"/>
                      <a:pt x="450" y="97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Google Shape;2563;p69"/>
              <p:cNvSpPr/>
              <p:nvPr/>
            </p:nvSpPr>
            <p:spPr>
              <a:xfrm>
                <a:off x="1708302" y="4429849"/>
                <a:ext cx="397845" cy="31745"/>
              </a:xfrm>
              <a:custGeom>
                <a:avLst/>
                <a:gdLst/>
                <a:ahLst/>
                <a:cxnLst/>
                <a:rect l="l" t="t" r="r" b="b"/>
                <a:pathLst>
                  <a:path w="11367" h="907" extrusionOk="0">
                    <a:moveTo>
                      <a:pt x="0" y="1"/>
                    </a:moveTo>
                    <a:lnTo>
                      <a:pt x="0" y="906"/>
                    </a:lnTo>
                    <a:lnTo>
                      <a:pt x="11367" y="906"/>
                    </a:lnTo>
                    <a:lnTo>
                      <a:pt x="1136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Google Shape;2564;p69"/>
              <p:cNvSpPr/>
              <p:nvPr/>
            </p:nvSpPr>
            <p:spPr>
              <a:xfrm>
                <a:off x="2061320" y="4400904"/>
                <a:ext cx="89670" cy="89670"/>
              </a:xfrm>
              <a:custGeom>
                <a:avLst/>
                <a:gdLst/>
                <a:ahLst/>
                <a:cxnLst/>
                <a:rect l="l" t="t" r="r" b="b"/>
                <a:pathLst>
                  <a:path w="2562" h="2562" extrusionOk="0">
                    <a:moveTo>
                      <a:pt x="1281" y="1"/>
                    </a:moveTo>
                    <a:cubicBezTo>
                      <a:pt x="573" y="1"/>
                      <a:pt x="1" y="576"/>
                      <a:pt x="1" y="1281"/>
                    </a:cubicBezTo>
                    <a:cubicBezTo>
                      <a:pt x="1" y="1989"/>
                      <a:pt x="573" y="2562"/>
                      <a:pt x="1281" y="2562"/>
                    </a:cubicBezTo>
                    <a:cubicBezTo>
                      <a:pt x="1989" y="2562"/>
                      <a:pt x="2561" y="1989"/>
                      <a:pt x="2561" y="1281"/>
                    </a:cubicBezTo>
                    <a:cubicBezTo>
                      <a:pt x="2561" y="576"/>
                      <a:pt x="1989" y="1"/>
                      <a:pt x="128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Google Shape;2565;p69"/>
              <p:cNvSpPr/>
              <p:nvPr/>
            </p:nvSpPr>
            <p:spPr>
              <a:xfrm>
                <a:off x="2317245" y="4405769"/>
                <a:ext cx="54740" cy="83300"/>
              </a:xfrm>
              <a:custGeom>
                <a:avLst/>
                <a:gdLst/>
                <a:ahLst/>
                <a:cxnLst/>
                <a:rect l="l" t="t" r="r" b="b"/>
                <a:pathLst>
                  <a:path w="1564" h="2380" extrusionOk="0">
                    <a:moveTo>
                      <a:pt x="786" y="241"/>
                    </a:moveTo>
                    <a:cubicBezTo>
                      <a:pt x="1107" y="241"/>
                      <a:pt x="1250" y="616"/>
                      <a:pt x="1250" y="1180"/>
                    </a:cubicBezTo>
                    <a:cubicBezTo>
                      <a:pt x="1250" y="1769"/>
                      <a:pt x="1099" y="2140"/>
                      <a:pt x="782" y="2140"/>
                    </a:cubicBezTo>
                    <a:cubicBezTo>
                      <a:pt x="496" y="2140"/>
                      <a:pt x="314" y="1799"/>
                      <a:pt x="314" y="1200"/>
                    </a:cubicBezTo>
                    <a:cubicBezTo>
                      <a:pt x="314" y="573"/>
                      <a:pt x="511" y="241"/>
                      <a:pt x="786" y="241"/>
                    </a:cubicBezTo>
                    <a:close/>
                    <a:moveTo>
                      <a:pt x="801" y="1"/>
                    </a:moveTo>
                    <a:cubicBezTo>
                      <a:pt x="333" y="1"/>
                      <a:pt x="1" y="426"/>
                      <a:pt x="1" y="1196"/>
                    </a:cubicBezTo>
                    <a:cubicBezTo>
                      <a:pt x="8" y="1958"/>
                      <a:pt x="314" y="2380"/>
                      <a:pt x="763" y="2380"/>
                    </a:cubicBezTo>
                    <a:cubicBezTo>
                      <a:pt x="1274" y="2380"/>
                      <a:pt x="1563" y="1946"/>
                      <a:pt x="1563" y="1165"/>
                    </a:cubicBezTo>
                    <a:cubicBezTo>
                      <a:pt x="1563" y="434"/>
                      <a:pt x="1285" y="1"/>
                      <a:pt x="8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Google Shape;2566;p69"/>
              <p:cNvSpPr/>
              <p:nvPr/>
            </p:nvSpPr>
            <p:spPr>
              <a:xfrm>
                <a:off x="2382767" y="4429849"/>
                <a:ext cx="14840" cy="59220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692" extrusionOk="0">
                    <a:moveTo>
                      <a:pt x="214" y="1"/>
                    </a:moveTo>
                    <a:cubicBezTo>
                      <a:pt x="90" y="1"/>
                      <a:pt x="1" y="94"/>
                      <a:pt x="1" y="222"/>
                    </a:cubicBezTo>
                    <a:cubicBezTo>
                      <a:pt x="1" y="345"/>
                      <a:pt x="86" y="442"/>
                      <a:pt x="209" y="442"/>
                    </a:cubicBezTo>
                    <a:cubicBezTo>
                      <a:pt x="341" y="442"/>
                      <a:pt x="423" y="345"/>
                      <a:pt x="423" y="222"/>
                    </a:cubicBezTo>
                    <a:cubicBezTo>
                      <a:pt x="418" y="94"/>
                      <a:pt x="338" y="1"/>
                      <a:pt x="214" y="1"/>
                    </a:cubicBezTo>
                    <a:close/>
                    <a:moveTo>
                      <a:pt x="214" y="1251"/>
                    </a:moveTo>
                    <a:cubicBezTo>
                      <a:pt x="90" y="1251"/>
                      <a:pt x="1" y="1340"/>
                      <a:pt x="1" y="1472"/>
                    </a:cubicBezTo>
                    <a:cubicBezTo>
                      <a:pt x="1" y="1595"/>
                      <a:pt x="86" y="1692"/>
                      <a:pt x="209" y="1692"/>
                    </a:cubicBezTo>
                    <a:cubicBezTo>
                      <a:pt x="341" y="1692"/>
                      <a:pt x="423" y="1595"/>
                      <a:pt x="423" y="1472"/>
                    </a:cubicBezTo>
                    <a:cubicBezTo>
                      <a:pt x="418" y="1340"/>
                      <a:pt x="338" y="1251"/>
                      <a:pt x="214" y="12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Google Shape;2567;p69"/>
              <p:cNvSpPr/>
              <p:nvPr/>
            </p:nvSpPr>
            <p:spPr>
              <a:xfrm>
                <a:off x="2407127" y="4407134"/>
                <a:ext cx="50155" cy="81935"/>
              </a:xfrm>
              <a:custGeom>
                <a:avLst/>
                <a:gdLst/>
                <a:ahLst/>
                <a:cxnLst/>
                <a:rect l="l" t="t" r="r" b="b"/>
                <a:pathLst>
                  <a:path w="1433" h="2341" extrusionOk="0">
                    <a:moveTo>
                      <a:pt x="288" y="0"/>
                    </a:moveTo>
                    <a:lnTo>
                      <a:pt x="136" y="1107"/>
                    </a:lnTo>
                    <a:cubicBezTo>
                      <a:pt x="222" y="1095"/>
                      <a:pt x="326" y="1080"/>
                      <a:pt x="458" y="1080"/>
                    </a:cubicBezTo>
                    <a:cubicBezTo>
                      <a:pt x="915" y="1080"/>
                      <a:pt x="1115" y="1293"/>
                      <a:pt x="1120" y="1591"/>
                    </a:cubicBezTo>
                    <a:cubicBezTo>
                      <a:pt x="1120" y="1900"/>
                      <a:pt x="868" y="2089"/>
                      <a:pt x="574" y="2089"/>
                    </a:cubicBezTo>
                    <a:cubicBezTo>
                      <a:pt x="365" y="2089"/>
                      <a:pt x="175" y="2020"/>
                      <a:pt x="83" y="1962"/>
                    </a:cubicBezTo>
                    <a:lnTo>
                      <a:pt x="1" y="2198"/>
                    </a:lnTo>
                    <a:cubicBezTo>
                      <a:pt x="113" y="2271"/>
                      <a:pt x="326" y="2341"/>
                      <a:pt x="578" y="2341"/>
                    </a:cubicBezTo>
                    <a:cubicBezTo>
                      <a:pt x="1077" y="2341"/>
                      <a:pt x="1433" y="2005"/>
                      <a:pt x="1433" y="1555"/>
                    </a:cubicBezTo>
                    <a:cubicBezTo>
                      <a:pt x="1433" y="1266"/>
                      <a:pt x="1286" y="1068"/>
                      <a:pt x="1104" y="964"/>
                    </a:cubicBezTo>
                    <a:cubicBezTo>
                      <a:pt x="961" y="878"/>
                      <a:pt x="786" y="839"/>
                      <a:pt x="609" y="839"/>
                    </a:cubicBezTo>
                    <a:cubicBezTo>
                      <a:pt x="524" y="839"/>
                      <a:pt x="474" y="848"/>
                      <a:pt x="419" y="855"/>
                    </a:cubicBezTo>
                    <a:lnTo>
                      <a:pt x="508" y="264"/>
                    </a:lnTo>
                    <a:lnTo>
                      <a:pt x="1386" y="264"/>
                    </a:lnTo>
                    <a:lnTo>
                      <a:pt x="138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Google Shape;2568;p69"/>
              <p:cNvSpPr/>
              <p:nvPr/>
            </p:nvSpPr>
            <p:spPr>
              <a:xfrm>
                <a:off x="2469988" y="4405769"/>
                <a:ext cx="54740" cy="83300"/>
              </a:xfrm>
              <a:custGeom>
                <a:avLst/>
                <a:gdLst/>
                <a:ahLst/>
                <a:cxnLst/>
                <a:rect l="l" t="t" r="r" b="b"/>
                <a:pathLst>
                  <a:path w="1564" h="2380" extrusionOk="0">
                    <a:moveTo>
                      <a:pt x="782" y="241"/>
                    </a:moveTo>
                    <a:cubicBezTo>
                      <a:pt x="1107" y="241"/>
                      <a:pt x="1250" y="616"/>
                      <a:pt x="1250" y="1180"/>
                    </a:cubicBezTo>
                    <a:cubicBezTo>
                      <a:pt x="1250" y="1769"/>
                      <a:pt x="1099" y="2140"/>
                      <a:pt x="778" y="2140"/>
                    </a:cubicBezTo>
                    <a:cubicBezTo>
                      <a:pt x="496" y="2140"/>
                      <a:pt x="314" y="1799"/>
                      <a:pt x="314" y="1200"/>
                    </a:cubicBezTo>
                    <a:cubicBezTo>
                      <a:pt x="314" y="573"/>
                      <a:pt x="511" y="241"/>
                      <a:pt x="782" y="241"/>
                    </a:cubicBezTo>
                    <a:close/>
                    <a:moveTo>
                      <a:pt x="801" y="1"/>
                    </a:moveTo>
                    <a:cubicBezTo>
                      <a:pt x="333" y="1"/>
                      <a:pt x="1" y="426"/>
                      <a:pt x="1" y="1196"/>
                    </a:cubicBezTo>
                    <a:cubicBezTo>
                      <a:pt x="8" y="1958"/>
                      <a:pt x="314" y="2380"/>
                      <a:pt x="763" y="2380"/>
                    </a:cubicBezTo>
                    <a:cubicBezTo>
                      <a:pt x="1274" y="2380"/>
                      <a:pt x="1563" y="1946"/>
                      <a:pt x="1563" y="1165"/>
                    </a:cubicBezTo>
                    <a:cubicBezTo>
                      <a:pt x="1563" y="434"/>
                      <a:pt x="1285" y="1"/>
                      <a:pt x="8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Google Shape;2569;p69"/>
              <p:cNvSpPr/>
              <p:nvPr/>
            </p:nvSpPr>
            <p:spPr>
              <a:xfrm>
                <a:off x="2555180" y="4402794"/>
                <a:ext cx="43085" cy="89950"/>
              </a:xfrm>
              <a:custGeom>
                <a:avLst/>
                <a:gdLst/>
                <a:ahLst/>
                <a:cxnLst/>
                <a:rect l="l" t="t" r="r" b="b"/>
                <a:pathLst>
                  <a:path w="1231" h="2570" extrusionOk="0">
                    <a:moveTo>
                      <a:pt x="990" y="1"/>
                    </a:moveTo>
                    <a:lnTo>
                      <a:pt x="0" y="2570"/>
                    </a:lnTo>
                    <a:lnTo>
                      <a:pt x="240" y="2570"/>
                    </a:lnTo>
                    <a:lnTo>
                      <a:pt x="123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Google Shape;2570;p69"/>
              <p:cNvSpPr/>
              <p:nvPr/>
            </p:nvSpPr>
            <p:spPr>
              <a:xfrm>
                <a:off x="2629627" y="4405769"/>
                <a:ext cx="51520" cy="81935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2341" extrusionOk="0">
                    <a:moveTo>
                      <a:pt x="709" y="1"/>
                    </a:moveTo>
                    <a:cubicBezTo>
                      <a:pt x="445" y="1"/>
                      <a:pt x="218" y="101"/>
                      <a:pt x="59" y="237"/>
                    </a:cubicBezTo>
                    <a:lnTo>
                      <a:pt x="156" y="453"/>
                    </a:lnTo>
                    <a:cubicBezTo>
                      <a:pt x="264" y="364"/>
                      <a:pt x="438" y="260"/>
                      <a:pt x="647" y="260"/>
                    </a:cubicBezTo>
                    <a:cubicBezTo>
                      <a:pt x="988" y="260"/>
                      <a:pt x="1104" y="476"/>
                      <a:pt x="1104" y="708"/>
                    </a:cubicBezTo>
                    <a:cubicBezTo>
                      <a:pt x="1100" y="1057"/>
                      <a:pt x="833" y="1355"/>
                      <a:pt x="245" y="1912"/>
                    </a:cubicBezTo>
                    <a:lnTo>
                      <a:pt x="1" y="2151"/>
                    </a:lnTo>
                    <a:lnTo>
                      <a:pt x="1" y="2341"/>
                    </a:lnTo>
                    <a:lnTo>
                      <a:pt x="1471" y="2341"/>
                    </a:lnTo>
                    <a:lnTo>
                      <a:pt x="1471" y="2082"/>
                    </a:lnTo>
                    <a:lnTo>
                      <a:pt x="438" y="2082"/>
                    </a:lnTo>
                    <a:lnTo>
                      <a:pt x="438" y="2074"/>
                    </a:lnTo>
                    <a:lnTo>
                      <a:pt x="620" y="1904"/>
                    </a:lnTo>
                    <a:cubicBezTo>
                      <a:pt x="1107" y="1440"/>
                      <a:pt x="1413" y="1096"/>
                      <a:pt x="1413" y="669"/>
                    </a:cubicBezTo>
                    <a:cubicBezTo>
                      <a:pt x="1413" y="341"/>
                      <a:pt x="1204" y="1"/>
                      <a:pt x="70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Google Shape;2571;p69"/>
              <p:cNvSpPr/>
              <p:nvPr/>
            </p:nvSpPr>
            <p:spPr>
              <a:xfrm>
                <a:off x="2694098" y="4429849"/>
                <a:ext cx="14805" cy="59220"/>
              </a:xfrm>
              <a:custGeom>
                <a:avLst/>
                <a:gdLst/>
                <a:ahLst/>
                <a:cxnLst/>
                <a:rect l="l" t="t" r="r" b="b"/>
                <a:pathLst>
                  <a:path w="423" h="1692" extrusionOk="0">
                    <a:moveTo>
                      <a:pt x="213" y="1"/>
                    </a:moveTo>
                    <a:cubicBezTo>
                      <a:pt x="89" y="1"/>
                      <a:pt x="1" y="94"/>
                      <a:pt x="1" y="222"/>
                    </a:cubicBezTo>
                    <a:cubicBezTo>
                      <a:pt x="1" y="345"/>
                      <a:pt x="85" y="442"/>
                      <a:pt x="210" y="442"/>
                    </a:cubicBezTo>
                    <a:cubicBezTo>
                      <a:pt x="341" y="442"/>
                      <a:pt x="422" y="345"/>
                      <a:pt x="422" y="222"/>
                    </a:cubicBezTo>
                    <a:cubicBezTo>
                      <a:pt x="419" y="94"/>
                      <a:pt x="337" y="1"/>
                      <a:pt x="213" y="1"/>
                    </a:cubicBezTo>
                    <a:close/>
                    <a:moveTo>
                      <a:pt x="213" y="1251"/>
                    </a:moveTo>
                    <a:cubicBezTo>
                      <a:pt x="89" y="1251"/>
                      <a:pt x="1" y="1340"/>
                      <a:pt x="1" y="1472"/>
                    </a:cubicBezTo>
                    <a:cubicBezTo>
                      <a:pt x="1" y="1595"/>
                      <a:pt x="85" y="1692"/>
                      <a:pt x="210" y="1692"/>
                    </a:cubicBezTo>
                    <a:cubicBezTo>
                      <a:pt x="341" y="1692"/>
                      <a:pt x="422" y="1595"/>
                      <a:pt x="422" y="1472"/>
                    </a:cubicBezTo>
                    <a:cubicBezTo>
                      <a:pt x="419" y="1340"/>
                      <a:pt x="337" y="1251"/>
                      <a:pt x="213" y="12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Google Shape;2572;p69"/>
              <p:cNvSpPr/>
              <p:nvPr/>
            </p:nvSpPr>
            <p:spPr>
              <a:xfrm>
                <a:off x="2718494" y="4407134"/>
                <a:ext cx="50085" cy="81935"/>
              </a:xfrm>
              <a:custGeom>
                <a:avLst/>
                <a:gdLst/>
                <a:ahLst/>
                <a:cxnLst/>
                <a:rect l="l" t="t" r="r" b="b"/>
                <a:pathLst>
                  <a:path w="1431" h="2341" extrusionOk="0">
                    <a:moveTo>
                      <a:pt x="282" y="0"/>
                    </a:moveTo>
                    <a:lnTo>
                      <a:pt x="135" y="1107"/>
                    </a:lnTo>
                    <a:cubicBezTo>
                      <a:pt x="220" y="1095"/>
                      <a:pt x="320" y="1080"/>
                      <a:pt x="452" y="1080"/>
                    </a:cubicBezTo>
                    <a:cubicBezTo>
                      <a:pt x="913" y="1080"/>
                      <a:pt x="1110" y="1293"/>
                      <a:pt x="1114" y="1591"/>
                    </a:cubicBezTo>
                    <a:cubicBezTo>
                      <a:pt x="1114" y="1900"/>
                      <a:pt x="863" y="2089"/>
                      <a:pt x="568" y="2089"/>
                    </a:cubicBezTo>
                    <a:cubicBezTo>
                      <a:pt x="359" y="2089"/>
                      <a:pt x="174" y="2020"/>
                      <a:pt x="77" y="1962"/>
                    </a:cubicBezTo>
                    <a:lnTo>
                      <a:pt x="0" y="2198"/>
                    </a:lnTo>
                    <a:cubicBezTo>
                      <a:pt x="108" y="2271"/>
                      <a:pt x="320" y="2341"/>
                      <a:pt x="572" y="2341"/>
                    </a:cubicBezTo>
                    <a:cubicBezTo>
                      <a:pt x="1072" y="2341"/>
                      <a:pt x="1431" y="2005"/>
                      <a:pt x="1431" y="1555"/>
                    </a:cubicBezTo>
                    <a:cubicBezTo>
                      <a:pt x="1431" y="1266"/>
                      <a:pt x="1281" y="1068"/>
                      <a:pt x="1099" y="964"/>
                    </a:cubicBezTo>
                    <a:cubicBezTo>
                      <a:pt x="959" y="878"/>
                      <a:pt x="781" y="839"/>
                      <a:pt x="604" y="839"/>
                    </a:cubicBezTo>
                    <a:cubicBezTo>
                      <a:pt x="518" y="839"/>
                      <a:pt x="472" y="848"/>
                      <a:pt x="418" y="855"/>
                    </a:cubicBezTo>
                    <a:lnTo>
                      <a:pt x="506" y="264"/>
                    </a:lnTo>
                    <a:lnTo>
                      <a:pt x="1385" y="264"/>
                    </a:lnTo>
                    <a:lnTo>
                      <a:pt x="13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Google Shape;2573;p69"/>
              <p:cNvSpPr/>
              <p:nvPr/>
            </p:nvSpPr>
            <p:spPr>
              <a:xfrm>
                <a:off x="2781285" y="4405769"/>
                <a:ext cx="54600" cy="83300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2380" extrusionOk="0">
                    <a:moveTo>
                      <a:pt x="783" y="241"/>
                    </a:moveTo>
                    <a:cubicBezTo>
                      <a:pt x="1103" y="241"/>
                      <a:pt x="1251" y="616"/>
                      <a:pt x="1251" y="1180"/>
                    </a:cubicBezTo>
                    <a:cubicBezTo>
                      <a:pt x="1251" y="1769"/>
                      <a:pt x="1096" y="2140"/>
                      <a:pt x="778" y="2140"/>
                    </a:cubicBezTo>
                    <a:cubicBezTo>
                      <a:pt x="496" y="2140"/>
                      <a:pt x="310" y="1799"/>
                      <a:pt x="310" y="1200"/>
                    </a:cubicBezTo>
                    <a:cubicBezTo>
                      <a:pt x="310" y="573"/>
                      <a:pt x="508" y="241"/>
                      <a:pt x="783" y="241"/>
                    </a:cubicBezTo>
                    <a:close/>
                    <a:moveTo>
                      <a:pt x="798" y="1"/>
                    </a:moveTo>
                    <a:cubicBezTo>
                      <a:pt x="333" y="1"/>
                      <a:pt x="1" y="426"/>
                      <a:pt x="1" y="1196"/>
                    </a:cubicBezTo>
                    <a:cubicBezTo>
                      <a:pt x="8" y="1958"/>
                      <a:pt x="310" y="2380"/>
                      <a:pt x="760" y="2380"/>
                    </a:cubicBezTo>
                    <a:cubicBezTo>
                      <a:pt x="1270" y="2380"/>
                      <a:pt x="1560" y="1946"/>
                      <a:pt x="1560" y="1165"/>
                    </a:cubicBezTo>
                    <a:cubicBezTo>
                      <a:pt x="1560" y="434"/>
                      <a:pt x="1285" y="1"/>
                      <a:pt x="79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74" name="Google Shape;2574;p69"/>
            <p:cNvGrpSpPr/>
            <p:nvPr/>
          </p:nvGrpSpPr>
          <p:grpSpPr>
            <a:xfrm>
              <a:off x="6740408" y="4082745"/>
              <a:ext cx="1412936" cy="130770"/>
              <a:chOff x="2935989" y="4367723"/>
              <a:chExt cx="1685879" cy="156032"/>
            </a:xfrm>
          </p:grpSpPr>
          <p:sp>
            <p:nvSpPr>
              <p:cNvPr id="2575" name="Google Shape;2575;p69"/>
              <p:cNvSpPr/>
              <p:nvPr/>
            </p:nvSpPr>
            <p:spPr>
              <a:xfrm>
                <a:off x="2935989" y="4376368"/>
                <a:ext cx="179165" cy="138705"/>
              </a:xfrm>
              <a:custGeom>
                <a:avLst/>
                <a:gdLst/>
                <a:ahLst/>
                <a:cxnLst/>
                <a:rect l="l" t="t" r="r" b="b"/>
                <a:pathLst>
                  <a:path w="5119" h="3963" extrusionOk="0">
                    <a:moveTo>
                      <a:pt x="1323" y="1761"/>
                    </a:moveTo>
                    <a:lnTo>
                      <a:pt x="1323" y="2202"/>
                    </a:lnTo>
                    <a:lnTo>
                      <a:pt x="495" y="2202"/>
                    </a:lnTo>
                    <a:lnTo>
                      <a:pt x="495" y="1761"/>
                    </a:lnTo>
                    <a:close/>
                    <a:moveTo>
                      <a:pt x="4515" y="1761"/>
                    </a:moveTo>
                    <a:lnTo>
                      <a:pt x="4515" y="2202"/>
                    </a:lnTo>
                    <a:lnTo>
                      <a:pt x="1872" y="2202"/>
                    </a:lnTo>
                    <a:lnTo>
                      <a:pt x="1872" y="1761"/>
                    </a:lnTo>
                    <a:close/>
                    <a:moveTo>
                      <a:pt x="3191" y="2698"/>
                    </a:moveTo>
                    <a:lnTo>
                      <a:pt x="3191" y="3139"/>
                    </a:lnTo>
                    <a:lnTo>
                      <a:pt x="549" y="3139"/>
                    </a:lnTo>
                    <a:lnTo>
                      <a:pt x="549" y="2698"/>
                    </a:lnTo>
                    <a:close/>
                    <a:moveTo>
                      <a:pt x="4569" y="2698"/>
                    </a:moveTo>
                    <a:lnTo>
                      <a:pt x="4569" y="3139"/>
                    </a:lnTo>
                    <a:lnTo>
                      <a:pt x="3745" y="3139"/>
                    </a:lnTo>
                    <a:lnTo>
                      <a:pt x="3745" y="2698"/>
                    </a:lnTo>
                    <a:close/>
                    <a:moveTo>
                      <a:pt x="538" y="1"/>
                    </a:moveTo>
                    <a:cubicBezTo>
                      <a:pt x="240" y="1"/>
                      <a:pt x="0" y="241"/>
                      <a:pt x="0" y="539"/>
                    </a:cubicBezTo>
                    <a:lnTo>
                      <a:pt x="0" y="3429"/>
                    </a:lnTo>
                    <a:cubicBezTo>
                      <a:pt x="0" y="3723"/>
                      <a:pt x="240" y="3963"/>
                      <a:pt x="538" y="3963"/>
                    </a:cubicBezTo>
                    <a:lnTo>
                      <a:pt x="4584" y="3963"/>
                    </a:lnTo>
                    <a:cubicBezTo>
                      <a:pt x="4878" y="3963"/>
                      <a:pt x="5118" y="3723"/>
                      <a:pt x="5118" y="3429"/>
                    </a:cubicBezTo>
                    <a:lnTo>
                      <a:pt x="5118" y="539"/>
                    </a:lnTo>
                    <a:cubicBezTo>
                      <a:pt x="5118" y="241"/>
                      <a:pt x="4878" y="1"/>
                      <a:pt x="458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Google Shape;2576;p69"/>
              <p:cNvSpPr/>
              <p:nvPr/>
            </p:nvSpPr>
            <p:spPr>
              <a:xfrm>
                <a:off x="3835089" y="4383858"/>
                <a:ext cx="196525" cy="123760"/>
              </a:xfrm>
              <a:custGeom>
                <a:avLst/>
                <a:gdLst/>
                <a:ahLst/>
                <a:cxnLst/>
                <a:rect l="l" t="t" r="r" b="b"/>
                <a:pathLst>
                  <a:path w="5615" h="3536" extrusionOk="0">
                    <a:moveTo>
                      <a:pt x="5119" y="495"/>
                    </a:moveTo>
                    <a:lnTo>
                      <a:pt x="5119" y="3041"/>
                    </a:lnTo>
                    <a:lnTo>
                      <a:pt x="496" y="3041"/>
                    </a:lnTo>
                    <a:lnTo>
                      <a:pt x="496" y="495"/>
                    </a:lnTo>
                    <a:close/>
                    <a:moveTo>
                      <a:pt x="248" y="0"/>
                    </a:moveTo>
                    <a:cubicBezTo>
                      <a:pt x="109" y="0"/>
                      <a:pt x="0" y="112"/>
                      <a:pt x="0" y="247"/>
                    </a:cubicBezTo>
                    <a:lnTo>
                      <a:pt x="0" y="3288"/>
                    </a:lnTo>
                    <a:cubicBezTo>
                      <a:pt x="0" y="3424"/>
                      <a:pt x="109" y="3536"/>
                      <a:pt x="248" y="3536"/>
                    </a:cubicBezTo>
                    <a:lnTo>
                      <a:pt x="5367" y="3536"/>
                    </a:lnTo>
                    <a:cubicBezTo>
                      <a:pt x="5502" y="3536"/>
                      <a:pt x="5614" y="3424"/>
                      <a:pt x="5614" y="3288"/>
                    </a:cubicBezTo>
                    <a:lnTo>
                      <a:pt x="5614" y="247"/>
                    </a:lnTo>
                    <a:cubicBezTo>
                      <a:pt x="5614" y="112"/>
                      <a:pt x="5502" y="0"/>
                      <a:pt x="53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Google Shape;2577;p69"/>
              <p:cNvSpPr/>
              <p:nvPr/>
            </p:nvSpPr>
            <p:spPr>
              <a:xfrm>
                <a:off x="3239271" y="4379378"/>
                <a:ext cx="129115" cy="132720"/>
              </a:xfrm>
              <a:custGeom>
                <a:avLst/>
                <a:gdLst/>
                <a:ahLst/>
                <a:cxnLst/>
                <a:rect l="l" t="t" r="r" b="b"/>
                <a:pathLst>
                  <a:path w="3689" h="3792" extrusionOk="0">
                    <a:moveTo>
                      <a:pt x="1847" y="1173"/>
                    </a:moveTo>
                    <a:cubicBezTo>
                      <a:pt x="2245" y="1173"/>
                      <a:pt x="2570" y="1498"/>
                      <a:pt x="2570" y="1896"/>
                    </a:cubicBezTo>
                    <a:cubicBezTo>
                      <a:pt x="2570" y="2298"/>
                      <a:pt x="2245" y="2619"/>
                      <a:pt x="1847" y="2619"/>
                    </a:cubicBezTo>
                    <a:cubicBezTo>
                      <a:pt x="1444" y="2619"/>
                      <a:pt x="1119" y="2298"/>
                      <a:pt x="1119" y="1896"/>
                    </a:cubicBezTo>
                    <a:cubicBezTo>
                      <a:pt x="1119" y="1498"/>
                      <a:pt x="1444" y="1173"/>
                      <a:pt x="1847" y="1173"/>
                    </a:cubicBezTo>
                    <a:close/>
                    <a:moveTo>
                      <a:pt x="1336" y="0"/>
                    </a:moveTo>
                    <a:lnTo>
                      <a:pt x="1258" y="766"/>
                    </a:lnTo>
                    <a:lnTo>
                      <a:pt x="589" y="391"/>
                    </a:lnTo>
                    <a:lnTo>
                      <a:pt x="1" y="1223"/>
                    </a:lnTo>
                    <a:lnTo>
                      <a:pt x="783" y="1896"/>
                    </a:lnTo>
                    <a:lnTo>
                      <a:pt x="1" y="2569"/>
                    </a:lnTo>
                    <a:lnTo>
                      <a:pt x="589" y="3405"/>
                    </a:lnTo>
                    <a:lnTo>
                      <a:pt x="1258" y="3025"/>
                    </a:lnTo>
                    <a:lnTo>
                      <a:pt x="1336" y="3791"/>
                    </a:lnTo>
                    <a:lnTo>
                      <a:pt x="2353" y="3791"/>
                    </a:lnTo>
                    <a:lnTo>
                      <a:pt x="2431" y="3025"/>
                    </a:lnTo>
                    <a:lnTo>
                      <a:pt x="3100" y="3405"/>
                    </a:lnTo>
                    <a:lnTo>
                      <a:pt x="3688" y="2569"/>
                    </a:lnTo>
                    <a:lnTo>
                      <a:pt x="2910" y="1896"/>
                    </a:lnTo>
                    <a:lnTo>
                      <a:pt x="3688" y="1223"/>
                    </a:lnTo>
                    <a:lnTo>
                      <a:pt x="3100" y="391"/>
                    </a:lnTo>
                    <a:lnTo>
                      <a:pt x="2431" y="766"/>
                    </a:lnTo>
                    <a:lnTo>
                      <a:pt x="235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Google Shape;2578;p69"/>
              <p:cNvSpPr/>
              <p:nvPr/>
            </p:nvSpPr>
            <p:spPr>
              <a:xfrm>
                <a:off x="3313227" y="4379378"/>
                <a:ext cx="82880" cy="58660"/>
              </a:xfrm>
              <a:custGeom>
                <a:avLst/>
                <a:gdLst/>
                <a:ahLst/>
                <a:cxnLst/>
                <a:rect l="l" t="t" r="r" b="b"/>
                <a:pathLst>
                  <a:path w="2368" h="1676" extrusionOk="0">
                    <a:moveTo>
                      <a:pt x="0" y="0"/>
                    </a:moveTo>
                    <a:lnTo>
                      <a:pt x="0" y="1675"/>
                    </a:lnTo>
                    <a:lnTo>
                      <a:pt x="2368" y="1675"/>
                    </a:lnTo>
                    <a:lnTo>
                      <a:pt x="236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Google Shape;2579;p69"/>
              <p:cNvSpPr/>
              <p:nvPr/>
            </p:nvSpPr>
            <p:spPr>
              <a:xfrm>
                <a:off x="3329468" y="4393588"/>
                <a:ext cx="24535" cy="32935"/>
              </a:xfrm>
              <a:custGeom>
                <a:avLst/>
                <a:gdLst/>
                <a:ahLst/>
                <a:cxnLst/>
                <a:rect l="l" t="t" r="r" b="b"/>
                <a:pathLst>
                  <a:path w="701" h="941" extrusionOk="0">
                    <a:moveTo>
                      <a:pt x="1" y="1"/>
                    </a:moveTo>
                    <a:lnTo>
                      <a:pt x="1" y="940"/>
                    </a:lnTo>
                    <a:lnTo>
                      <a:pt x="124" y="940"/>
                    </a:lnTo>
                    <a:lnTo>
                      <a:pt x="124" y="499"/>
                    </a:lnTo>
                    <a:lnTo>
                      <a:pt x="577" y="499"/>
                    </a:lnTo>
                    <a:lnTo>
                      <a:pt x="577" y="940"/>
                    </a:lnTo>
                    <a:lnTo>
                      <a:pt x="701" y="940"/>
                    </a:lnTo>
                    <a:lnTo>
                      <a:pt x="701" y="1"/>
                    </a:lnTo>
                    <a:lnTo>
                      <a:pt x="577" y="1"/>
                    </a:lnTo>
                    <a:lnTo>
                      <a:pt x="577" y="395"/>
                    </a:lnTo>
                    <a:lnTo>
                      <a:pt x="124" y="395"/>
                    </a:lnTo>
                    <a:lnTo>
                      <a:pt x="12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Google Shape;2580;p69"/>
              <p:cNvSpPr/>
              <p:nvPr/>
            </p:nvSpPr>
            <p:spPr>
              <a:xfrm>
                <a:off x="3361283" y="4393308"/>
                <a:ext cx="26985" cy="33460"/>
              </a:xfrm>
              <a:custGeom>
                <a:avLst/>
                <a:gdLst/>
                <a:ahLst/>
                <a:cxnLst/>
                <a:rect l="l" t="t" r="r" b="b"/>
                <a:pathLst>
                  <a:path w="771" h="956" extrusionOk="0">
                    <a:moveTo>
                      <a:pt x="264" y="97"/>
                    </a:moveTo>
                    <a:cubicBezTo>
                      <a:pt x="520" y="97"/>
                      <a:pt x="647" y="241"/>
                      <a:pt x="647" y="461"/>
                    </a:cubicBezTo>
                    <a:cubicBezTo>
                      <a:pt x="647" y="713"/>
                      <a:pt x="504" y="859"/>
                      <a:pt x="245" y="859"/>
                    </a:cubicBezTo>
                    <a:cubicBezTo>
                      <a:pt x="198" y="859"/>
                      <a:pt x="152" y="856"/>
                      <a:pt x="120" y="852"/>
                    </a:cubicBezTo>
                    <a:lnTo>
                      <a:pt x="120" y="109"/>
                    </a:lnTo>
                    <a:cubicBezTo>
                      <a:pt x="156" y="105"/>
                      <a:pt x="202" y="97"/>
                      <a:pt x="264" y="97"/>
                    </a:cubicBezTo>
                    <a:close/>
                    <a:moveTo>
                      <a:pt x="260" y="0"/>
                    </a:moveTo>
                    <a:cubicBezTo>
                      <a:pt x="163" y="0"/>
                      <a:pt x="74" y="9"/>
                      <a:pt x="1" y="20"/>
                    </a:cubicBezTo>
                    <a:lnTo>
                      <a:pt x="1" y="945"/>
                    </a:lnTo>
                    <a:cubicBezTo>
                      <a:pt x="63" y="952"/>
                      <a:pt x="136" y="956"/>
                      <a:pt x="222" y="956"/>
                    </a:cubicBezTo>
                    <a:cubicBezTo>
                      <a:pt x="404" y="956"/>
                      <a:pt x="550" y="909"/>
                      <a:pt x="636" y="821"/>
                    </a:cubicBezTo>
                    <a:cubicBezTo>
                      <a:pt x="724" y="736"/>
                      <a:pt x="770" y="608"/>
                      <a:pt x="770" y="457"/>
                    </a:cubicBezTo>
                    <a:cubicBezTo>
                      <a:pt x="770" y="302"/>
                      <a:pt x="724" y="194"/>
                      <a:pt x="639" y="120"/>
                    </a:cubicBezTo>
                    <a:cubicBezTo>
                      <a:pt x="558" y="43"/>
                      <a:pt x="434" y="0"/>
                      <a:pt x="2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Google Shape;2581;p69"/>
              <p:cNvSpPr/>
              <p:nvPr/>
            </p:nvSpPr>
            <p:spPr>
              <a:xfrm>
                <a:off x="3520257" y="4370558"/>
                <a:ext cx="190715" cy="150325"/>
              </a:xfrm>
              <a:custGeom>
                <a:avLst/>
                <a:gdLst/>
                <a:ahLst/>
                <a:cxnLst/>
                <a:rect l="l" t="t" r="r" b="b"/>
                <a:pathLst>
                  <a:path w="5449" h="4295" extrusionOk="0">
                    <a:moveTo>
                      <a:pt x="4747" y="334"/>
                    </a:moveTo>
                    <a:cubicBezTo>
                      <a:pt x="4953" y="334"/>
                      <a:pt x="5119" y="500"/>
                      <a:pt x="5119" y="705"/>
                    </a:cubicBezTo>
                    <a:lnTo>
                      <a:pt x="5119" y="3595"/>
                    </a:lnTo>
                    <a:cubicBezTo>
                      <a:pt x="5119" y="3800"/>
                      <a:pt x="4953" y="3966"/>
                      <a:pt x="4747" y="3966"/>
                    </a:cubicBezTo>
                    <a:lnTo>
                      <a:pt x="701" y="3966"/>
                    </a:lnTo>
                    <a:cubicBezTo>
                      <a:pt x="496" y="3966"/>
                      <a:pt x="330" y="3800"/>
                      <a:pt x="330" y="3595"/>
                    </a:cubicBezTo>
                    <a:lnTo>
                      <a:pt x="330" y="705"/>
                    </a:lnTo>
                    <a:cubicBezTo>
                      <a:pt x="330" y="500"/>
                      <a:pt x="496" y="334"/>
                      <a:pt x="701" y="334"/>
                    </a:cubicBezTo>
                    <a:close/>
                    <a:moveTo>
                      <a:pt x="701" y="0"/>
                    </a:moveTo>
                    <a:cubicBezTo>
                      <a:pt x="314" y="0"/>
                      <a:pt x="1" y="318"/>
                      <a:pt x="1" y="705"/>
                    </a:cubicBezTo>
                    <a:lnTo>
                      <a:pt x="1" y="3595"/>
                    </a:lnTo>
                    <a:cubicBezTo>
                      <a:pt x="1" y="3982"/>
                      <a:pt x="314" y="4295"/>
                      <a:pt x="701" y="4295"/>
                    </a:cubicBezTo>
                    <a:lnTo>
                      <a:pt x="4747" y="4295"/>
                    </a:lnTo>
                    <a:cubicBezTo>
                      <a:pt x="5135" y="4295"/>
                      <a:pt x="5448" y="3982"/>
                      <a:pt x="5448" y="3595"/>
                    </a:cubicBezTo>
                    <a:lnTo>
                      <a:pt x="5448" y="705"/>
                    </a:lnTo>
                    <a:cubicBezTo>
                      <a:pt x="5448" y="318"/>
                      <a:pt x="5135" y="0"/>
                      <a:pt x="474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Google Shape;2582;p69"/>
              <p:cNvSpPr/>
              <p:nvPr/>
            </p:nvSpPr>
            <p:spPr>
              <a:xfrm>
                <a:off x="3623579" y="4446544"/>
                <a:ext cx="59080" cy="45640"/>
              </a:xfrm>
              <a:custGeom>
                <a:avLst/>
                <a:gdLst/>
                <a:ahLst/>
                <a:cxnLst/>
                <a:rect l="l" t="t" r="r" b="b"/>
                <a:pathLst>
                  <a:path w="1688" h="1304" extrusionOk="0">
                    <a:moveTo>
                      <a:pt x="179" y="0"/>
                    </a:moveTo>
                    <a:cubicBezTo>
                      <a:pt x="82" y="0"/>
                      <a:pt x="1" y="77"/>
                      <a:pt x="1" y="174"/>
                    </a:cubicBezTo>
                    <a:lnTo>
                      <a:pt x="1" y="1129"/>
                    </a:lnTo>
                    <a:cubicBezTo>
                      <a:pt x="1" y="1227"/>
                      <a:pt x="82" y="1304"/>
                      <a:pt x="179" y="1304"/>
                    </a:cubicBezTo>
                    <a:lnTo>
                      <a:pt x="1513" y="1304"/>
                    </a:lnTo>
                    <a:cubicBezTo>
                      <a:pt x="1610" y="1304"/>
                      <a:pt x="1688" y="1227"/>
                      <a:pt x="1688" y="1129"/>
                    </a:cubicBezTo>
                    <a:lnTo>
                      <a:pt x="1688" y="174"/>
                    </a:lnTo>
                    <a:cubicBezTo>
                      <a:pt x="1688" y="77"/>
                      <a:pt x="1610" y="0"/>
                      <a:pt x="15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Google Shape;2583;p69"/>
              <p:cNvSpPr/>
              <p:nvPr/>
            </p:nvSpPr>
            <p:spPr>
              <a:xfrm>
                <a:off x="4156710" y="4370558"/>
                <a:ext cx="190680" cy="150325"/>
              </a:xfrm>
              <a:custGeom>
                <a:avLst/>
                <a:gdLst/>
                <a:ahLst/>
                <a:cxnLst/>
                <a:rect l="l" t="t" r="r" b="b"/>
                <a:pathLst>
                  <a:path w="5448" h="4295" extrusionOk="0">
                    <a:moveTo>
                      <a:pt x="700" y="0"/>
                    </a:moveTo>
                    <a:cubicBezTo>
                      <a:pt x="314" y="0"/>
                      <a:pt x="0" y="318"/>
                      <a:pt x="0" y="705"/>
                    </a:cubicBezTo>
                    <a:lnTo>
                      <a:pt x="329" y="705"/>
                    </a:lnTo>
                    <a:cubicBezTo>
                      <a:pt x="329" y="500"/>
                      <a:pt x="496" y="334"/>
                      <a:pt x="700" y="334"/>
                    </a:cubicBezTo>
                    <a:lnTo>
                      <a:pt x="4748" y="334"/>
                    </a:lnTo>
                    <a:cubicBezTo>
                      <a:pt x="4953" y="334"/>
                      <a:pt x="5119" y="500"/>
                      <a:pt x="5119" y="705"/>
                    </a:cubicBezTo>
                    <a:lnTo>
                      <a:pt x="5119" y="3595"/>
                    </a:lnTo>
                    <a:cubicBezTo>
                      <a:pt x="5119" y="3800"/>
                      <a:pt x="4953" y="3966"/>
                      <a:pt x="4748" y="3966"/>
                    </a:cubicBezTo>
                    <a:lnTo>
                      <a:pt x="3769" y="3966"/>
                    </a:lnTo>
                    <a:lnTo>
                      <a:pt x="3769" y="4295"/>
                    </a:lnTo>
                    <a:lnTo>
                      <a:pt x="4748" y="4295"/>
                    </a:lnTo>
                    <a:cubicBezTo>
                      <a:pt x="5134" y="4295"/>
                      <a:pt x="5448" y="3982"/>
                      <a:pt x="5448" y="3595"/>
                    </a:cubicBezTo>
                    <a:lnTo>
                      <a:pt x="5448" y="705"/>
                    </a:lnTo>
                    <a:cubicBezTo>
                      <a:pt x="5448" y="318"/>
                      <a:pt x="5134" y="0"/>
                      <a:pt x="47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Google Shape;2584;p69"/>
              <p:cNvSpPr/>
              <p:nvPr/>
            </p:nvSpPr>
            <p:spPr>
              <a:xfrm>
                <a:off x="4155765" y="4407239"/>
                <a:ext cx="111755" cy="111755"/>
              </a:xfrm>
              <a:custGeom>
                <a:avLst/>
                <a:gdLst/>
                <a:ahLst/>
                <a:cxnLst/>
                <a:rect l="l" t="t" r="r" b="b"/>
                <a:pathLst>
                  <a:path w="3193" h="3193" extrusionOk="0">
                    <a:moveTo>
                      <a:pt x="0" y="1"/>
                    </a:moveTo>
                    <a:lnTo>
                      <a:pt x="0" y="477"/>
                    </a:lnTo>
                    <a:cubicBezTo>
                      <a:pt x="1498" y="477"/>
                      <a:pt x="2716" y="1695"/>
                      <a:pt x="2716" y="3193"/>
                    </a:cubicBezTo>
                    <a:lnTo>
                      <a:pt x="3192" y="3193"/>
                    </a:lnTo>
                    <a:cubicBezTo>
                      <a:pt x="3192" y="1433"/>
                      <a:pt x="1761" y="1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Google Shape;2585;p69"/>
              <p:cNvSpPr/>
              <p:nvPr/>
            </p:nvSpPr>
            <p:spPr>
              <a:xfrm>
                <a:off x="4155765" y="4445179"/>
                <a:ext cx="73815" cy="73815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2109" extrusionOk="0">
                    <a:moveTo>
                      <a:pt x="0" y="0"/>
                    </a:moveTo>
                    <a:lnTo>
                      <a:pt x="0" y="477"/>
                    </a:lnTo>
                    <a:cubicBezTo>
                      <a:pt x="902" y="477"/>
                      <a:pt x="1632" y="1207"/>
                      <a:pt x="1632" y="2109"/>
                    </a:cubicBezTo>
                    <a:lnTo>
                      <a:pt x="2109" y="2109"/>
                    </a:lnTo>
                    <a:cubicBezTo>
                      <a:pt x="2109" y="945"/>
                      <a:pt x="1164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Google Shape;2586;p69"/>
              <p:cNvSpPr/>
              <p:nvPr/>
            </p:nvSpPr>
            <p:spPr>
              <a:xfrm>
                <a:off x="4155765" y="4487145"/>
                <a:ext cx="31850" cy="31850"/>
              </a:xfrm>
              <a:custGeom>
                <a:avLst/>
                <a:gdLst/>
                <a:ahLst/>
                <a:cxnLst/>
                <a:rect l="l" t="t" r="r" b="b"/>
                <a:pathLst>
                  <a:path w="910" h="910" extrusionOk="0">
                    <a:moveTo>
                      <a:pt x="0" y="1"/>
                    </a:moveTo>
                    <a:lnTo>
                      <a:pt x="0" y="910"/>
                    </a:lnTo>
                    <a:lnTo>
                      <a:pt x="909" y="910"/>
                    </a:lnTo>
                    <a:cubicBezTo>
                      <a:pt x="909" y="407"/>
                      <a:pt x="503" y="1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Google Shape;2587;p69"/>
              <p:cNvSpPr/>
              <p:nvPr/>
            </p:nvSpPr>
            <p:spPr>
              <a:xfrm>
                <a:off x="4471542" y="4367723"/>
                <a:ext cx="68530" cy="6853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958" extrusionOk="0">
                    <a:moveTo>
                      <a:pt x="248" y="1"/>
                    </a:moveTo>
                    <a:cubicBezTo>
                      <a:pt x="113" y="1"/>
                      <a:pt x="1" y="113"/>
                      <a:pt x="1" y="248"/>
                    </a:cubicBezTo>
                    <a:lnTo>
                      <a:pt x="1" y="1710"/>
                    </a:lnTo>
                    <a:cubicBezTo>
                      <a:pt x="1" y="1849"/>
                      <a:pt x="113" y="1958"/>
                      <a:pt x="248" y="1958"/>
                    </a:cubicBezTo>
                    <a:cubicBezTo>
                      <a:pt x="383" y="1958"/>
                      <a:pt x="495" y="1849"/>
                      <a:pt x="495" y="1710"/>
                    </a:cubicBezTo>
                    <a:lnTo>
                      <a:pt x="495" y="496"/>
                    </a:lnTo>
                    <a:lnTo>
                      <a:pt x="1710" y="496"/>
                    </a:lnTo>
                    <a:cubicBezTo>
                      <a:pt x="1845" y="496"/>
                      <a:pt x="1958" y="383"/>
                      <a:pt x="1958" y="248"/>
                    </a:cubicBezTo>
                    <a:cubicBezTo>
                      <a:pt x="1958" y="113"/>
                      <a:pt x="1845" y="1"/>
                      <a:pt x="17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Google Shape;2588;p69"/>
              <p:cNvSpPr/>
              <p:nvPr/>
            </p:nvSpPr>
            <p:spPr>
              <a:xfrm>
                <a:off x="4553164" y="4367723"/>
                <a:ext cx="68705" cy="68530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1958" extrusionOk="0">
                    <a:moveTo>
                      <a:pt x="249" y="1"/>
                    </a:moveTo>
                    <a:cubicBezTo>
                      <a:pt x="113" y="1"/>
                      <a:pt x="1" y="113"/>
                      <a:pt x="1" y="248"/>
                    </a:cubicBezTo>
                    <a:cubicBezTo>
                      <a:pt x="1" y="383"/>
                      <a:pt x="113" y="496"/>
                      <a:pt x="249" y="496"/>
                    </a:cubicBezTo>
                    <a:lnTo>
                      <a:pt x="1467" y="496"/>
                    </a:lnTo>
                    <a:lnTo>
                      <a:pt x="1467" y="1710"/>
                    </a:lnTo>
                    <a:cubicBezTo>
                      <a:pt x="1467" y="1849"/>
                      <a:pt x="1576" y="1958"/>
                      <a:pt x="1715" y="1958"/>
                    </a:cubicBezTo>
                    <a:cubicBezTo>
                      <a:pt x="1851" y="1958"/>
                      <a:pt x="1963" y="1849"/>
                      <a:pt x="1963" y="1710"/>
                    </a:cubicBezTo>
                    <a:lnTo>
                      <a:pt x="1963" y="248"/>
                    </a:lnTo>
                    <a:cubicBezTo>
                      <a:pt x="1963" y="113"/>
                      <a:pt x="1851" y="1"/>
                      <a:pt x="17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Google Shape;2589;p69"/>
              <p:cNvSpPr/>
              <p:nvPr/>
            </p:nvSpPr>
            <p:spPr>
              <a:xfrm>
                <a:off x="4553164" y="4455190"/>
                <a:ext cx="68705" cy="68565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1959" extrusionOk="0">
                    <a:moveTo>
                      <a:pt x="1715" y="0"/>
                    </a:moveTo>
                    <a:cubicBezTo>
                      <a:pt x="1576" y="0"/>
                      <a:pt x="1467" y="113"/>
                      <a:pt x="1467" y="248"/>
                    </a:cubicBezTo>
                    <a:lnTo>
                      <a:pt x="1467" y="1463"/>
                    </a:lnTo>
                    <a:lnTo>
                      <a:pt x="249" y="1463"/>
                    </a:lnTo>
                    <a:cubicBezTo>
                      <a:pt x="113" y="1463"/>
                      <a:pt x="1" y="1575"/>
                      <a:pt x="1" y="1711"/>
                    </a:cubicBezTo>
                    <a:cubicBezTo>
                      <a:pt x="1" y="1850"/>
                      <a:pt x="113" y="1959"/>
                      <a:pt x="249" y="1959"/>
                    </a:cubicBezTo>
                    <a:lnTo>
                      <a:pt x="1715" y="1959"/>
                    </a:lnTo>
                    <a:cubicBezTo>
                      <a:pt x="1851" y="1959"/>
                      <a:pt x="1963" y="1850"/>
                      <a:pt x="1963" y="1711"/>
                    </a:cubicBezTo>
                    <a:lnTo>
                      <a:pt x="1963" y="248"/>
                    </a:lnTo>
                    <a:cubicBezTo>
                      <a:pt x="1963" y="113"/>
                      <a:pt x="1851" y="0"/>
                      <a:pt x="17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Google Shape;2590;p69"/>
              <p:cNvSpPr/>
              <p:nvPr/>
            </p:nvSpPr>
            <p:spPr>
              <a:xfrm>
                <a:off x="4471542" y="4455190"/>
                <a:ext cx="68530" cy="6856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959" extrusionOk="0">
                    <a:moveTo>
                      <a:pt x="248" y="0"/>
                    </a:moveTo>
                    <a:cubicBezTo>
                      <a:pt x="113" y="0"/>
                      <a:pt x="1" y="113"/>
                      <a:pt x="1" y="248"/>
                    </a:cubicBezTo>
                    <a:lnTo>
                      <a:pt x="1" y="1711"/>
                    </a:lnTo>
                    <a:cubicBezTo>
                      <a:pt x="1" y="1850"/>
                      <a:pt x="113" y="1959"/>
                      <a:pt x="248" y="1959"/>
                    </a:cubicBezTo>
                    <a:lnTo>
                      <a:pt x="1710" y="1959"/>
                    </a:lnTo>
                    <a:cubicBezTo>
                      <a:pt x="1845" y="1959"/>
                      <a:pt x="1958" y="1850"/>
                      <a:pt x="1958" y="1711"/>
                    </a:cubicBezTo>
                    <a:cubicBezTo>
                      <a:pt x="1958" y="1575"/>
                      <a:pt x="1845" y="1463"/>
                      <a:pt x="1710" y="1463"/>
                    </a:cubicBezTo>
                    <a:lnTo>
                      <a:pt x="495" y="1463"/>
                    </a:lnTo>
                    <a:lnTo>
                      <a:pt x="495" y="248"/>
                    </a:lnTo>
                    <a:cubicBezTo>
                      <a:pt x="495" y="113"/>
                      <a:pt x="383" y="0"/>
                      <a:pt x="2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92" name="Google Shape;2592;p69"/>
          <p:cNvGrpSpPr/>
          <p:nvPr/>
        </p:nvGrpSpPr>
        <p:grpSpPr>
          <a:xfrm>
            <a:off x="2316329" y="2077127"/>
            <a:ext cx="646112" cy="646129"/>
            <a:chOff x="2389708" y="2922863"/>
            <a:chExt cx="300378" cy="300385"/>
          </a:xfrm>
        </p:grpSpPr>
        <p:sp>
          <p:nvSpPr>
            <p:cNvPr id="2593" name="Google Shape;2593;p69"/>
            <p:cNvSpPr/>
            <p:nvPr/>
          </p:nvSpPr>
          <p:spPr>
            <a:xfrm>
              <a:off x="2389708" y="2922863"/>
              <a:ext cx="300378" cy="300385"/>
            </a:xfrm>
            <a:custGeom>
              <a:avLst/>
              <a:gdLst/>
              <a:ahLst/>
              <a:cxnLst/>
              <a:rect l="l" t="t" r="r" b="b"/>
              <a:pathLst>
                <a:path w="39680" h="39681" extrusionOk="0">
                  <a:moveTo>
                    <a:pt x="19840" y="1"/>
                  </a:moveTo>
                  <a:cubicBezTo>
                    <a:pt x="8884" y="1"/>
                    <a:pt x="1" y="8884"/>
                    <a:pt x="1" y="19840"/>
                  </a:cubicBezTo>
                  <a:cubicBezTo>
                    <a:pt x="1" y="30797"/>
                    <a:pt x="8884" y="39680"/>
                    <a:pt x="19840" y="39680"/>
                  </a:cubicBezTo>
                  <a:cubicBezTo>
                    <a:pt x="30797" y="39680"/>
                    <a:pt x="39680" y="30797"/>
                    <a:pt x="39680" y="19840"/>
                  </a:cubicBezTo>
                  <a:cubicBezTo>
                    <a:pt x="39680" y="8884"/>
                    <a:pt x="30797" y="1"/>
                    <a:pt x="198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69"/>
            <p:cNvSpPr/>
            <p:nvPr/>
          </p:nvSpPr>
          <p:spPr>
            <a:xfrm>
              <a:off x="2488850" y="3005373"/>
              <a:ext cx="135374" cy="135374"/>
            </a:xfrm>
            <a:custGeom>
              <a:avLst/>
              <a:gdLst/>
              <a:ahLst/>
              <a:cxnLst/>
              <a:rect l="l" t="t" r="r" b="b"/>
              <a:pathLst>
                <a:path w="17883" h="17883" extrusionOk="0">
                  <a:moveTo>
                    <a:pt x="0" y="1"/>
                  </a:moveTo>
                  <a:lnTo>
                    <a:pt x="0" y="17882"/>
                  </a:lnTo>
                  <a:lnTo>
                    <a:pt x="17883" y="894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4DF93C0-F88E-4409-B2E6-377E470476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1277" y="781007"/>
            <a:ext cx="4478988" cy="352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237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7" name="Google Shape;2547;p69"/>
          <p:cNvSpPr txBox="1">
            <a:spLocks noGrp="1"/>
          </p:cNvSpPr>
          <p:nvPr>
            <p:ph type="title"/>
          </p:nvPr>
        </p:nvSpPr>
        <p:spPr>
          <a:xfrm>
            <a:off x="5537000" y="1005840"/>
            <a:ext cx="3165040" cy="96537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Письмо</a:t>
            </a:r>
            <a:endParaRPr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548" name="Google Shape;2548;p69"/>
          <p:cNvSpPr txBox="1">
            <a:spLocks noGrp="1"/>
          </p:cNvSpPr>
          <p:nvPr>
            <p:ph type="subTitle" idx="1"/>
          </p:nvPr>
        </p:nvSpPr>
        <p:spPr>
          <a:xfrm>
            <a:off x="5537000" y="2215050"/>
            <a:ext cx="2894100" cy="130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Проверка правописания слов</a:t>
            </a:r>
          </a:p>
        </p:txBody>
      </p:sp>
      <p:grpSp>
        <p:nvGrpSpPr>
          <p:cNvPr id="2550" name="Google Shape;2550;p69"/>
          <p:cNvGrpSpPr/>
          <p:nvPr/>
        </p:nvGrpSpPr>
        <p:grpSpPr>
          <a:xfrm>
            <a:off x="983343" y="3508828"/>
            <a:ext cx="3311448" cy="326519"/>
            <a:chOff x="4841943" y="3886997"/>
            <a:chExt cx="3311448" cy="326519"/>
          </a:xfrm>
        </p:grpSpPr>
        <p:grpSp>
          <p:nvGrpSpPr>
            <p:cNvPr id="2551" name="Google Shape;2551;p69"/>
            <p:cNvGrpSpPr/>
            <p:nvPr/>
          </p:nvGrpSpPr>
          <p:grpSpPr>
            <a:xfrm>
              <a:off x="4841949" y="3886997"/>
              <a:ext cx="3311442" cy="95507"/>
              <a:chOff x="5238562" y="4064338"/>
              <a:chExt cx="2868043" cy="82719"/>
            </a:xfrm>
          </p:grpSpPr>
          <p:sp>
            <p:nvSpPr>
              <p:cNvPr id="2552" name="Google Shape;2552;p69"/>
              <p:cNvSpPr/>
              <p:nvPr/>
            </p:nvSpPr>
            <p:spPr>
              <a:xfrm>
                <a:off x="5238825" y="4091082"/>
                <a:ext cx="2867780" cy="29230"/>
              </a:xfrm>
              <a:custGeom>
                <a:avLst/>
                <a:gdLst/>
                <a:ahLst/>
                <a:cxnLst/>
                <a:rect l="l" t="t" r="r" b="b"/>
                <a:pathLst>
                  <a:path w="214976" h="1150" extrusionOk="0">
                    <a:moveTo>
                      <a:pt x="0" y="1"/>
                    </a:moveTo>
                    <a:lnTo>
                      <a:pt x="0" y="1149"/>
                    </a:lnTo>
                    <a:lnTo>
                      <a:pt x="214975" y="1149"/>
                    </a:lnTo>
                    <a:lnTo>
                      <a:pt x="21497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Google Shape;2553;p69"/>
              <p:cNvSpPr/>
              <p:nvPr/>
            </p:nvSpPr>
            <p:spPr>
              <a:xfrm>
                <a:off x="5238562" y="4091092"/>
                <a:ext cx="1052366" cy="29216"/>
              </a:xfrm>
              <a:custGeom>
                <a:avLst/>
                <a:gdLst/>
                <a:ahLst/>
                <a:cxnLst/>
                <a:rect l="l" t="t" r="r" b="b"/>
                <a:pathLst>
                  <a:path w="109110" h="1150" extrusionOk="0">
                    <a:moveTo>
                      <a:pt x="0" y="1"/>
                    </a:moveTo>
                    <a:lnTo>
                      <a:pt x="0" y="1149"/>
                    </a:lnTo>
                    <a:lnTo>
                      <a:pt x="109109" y="1149"/>
                    </a:lnTo>
                    <a:lnTo>
                      <a:pt x="10910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Google Shape;2554;p69"/>
              <p:cNvSpPr/>
              <p:nvPr/>
            </p:nvSpPr>
            <p:spPr>
              <a:xfrm>
                <a:off x="6244244" y="4064338"/>
                <a:ext cx="82693" cy="82719"/>
              </a:xfrm>
              <a:custGeom>
                <a:avLst/>
                <a:gdLst/>
                <a:ahLst/>
                <a:cxnLst/>
                <a:rect l="l" t="t" r="r" b="b"/>
                <a:pathLst>
                  <a:path w="3255" h="3256" extrusionOk="0">
                    <a:moveTo>
                      <a:pt x="1625" y="1"/>
                    </a:moveTo>
                    <a:cubicBezTo>
                      <a:pt x="728" y="1"/>
                      <a:pt x="1" y="729"/>
                      <a:pt x="1" y="1626"/>
                    </a:cubicBezTo>
                    <a:cubicBezTo>
                      <a:pt x="1" y="2527"/>
                      <a:pt x="728" y="3255"/>
                      <a:pt x="1625" y="3255"/>
                    </a:cubicBezTo>
                    <a:cubicBezTo>
                      <a:pt x="2527" y="3255"/>
                      <a:pt x="3254" y="2527"/>
                      <a:pt x="3254" y="1626"/>
                    </a:cubicBezTo>
                    <a:cubicBezTo>
                      <a:pt x="3254" y="729"/>
                      <a:pt x="2527" y="1"/>
                      <a:pt x="162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55" name="Google Shape;2555;p69"/>
            <p:cNvGrpSpPr/>
            <p:nvPr/>
          </p:nvGrpSpPr>
          <p:grpSpPr>
            <a:xfrm>
              <a:off x="4841943" y="4088524"/>
              <a:ext cx="1580463" cy="119299"/>
              <a:chOff x="950116" y="4374618"/>
              <a:chExt cx="1885769" cy="142345"/>
            </a:xfrm>
          </p:grpSpPr>
          <p:sp>
            <p:nvSpPr>
              <p:cNvPr id="2556" name="Google Shape;2556;p69"/>
              <p:cNvSpPr/>
              <p:nvPr/>
            </p:nvSpPr>
            <p:spPr>
              <a:xfrm>
                <a:off x="950116" y="4382213"/>
                <a:ext cx="127190" cy="127190"/>
              </a:xfrm>
              <a:custGeom>
                <a:avLst/>
                <a:gdLst/>
                <a:ahLst/>
                <a:cxnLst/>
                <a:rect l="l" t="t" r="r" b="b"/>
                <a:pathLst>
                  <a:path w="3634" h="3634" extrusionOk="0">
                    <a:moveTo>
                      <a:pt x="1" y="1"/>
                    </a:moveTo>
                    <a:lnTo>
                      <a:pt x="1" y="3633"/>
                    </a:lnTo>
                    <a:lnTo>
                      <a:pt x="3634" y="181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Google Shape;2557;p69"/>
              <p:cNvSpPr/>
              <p:nvPr/>
            </p:nvSpPr>
            <p:spPr>
              <a:xfrm>
                <a:off x="1239222" y="4399819"/>
                <a:ext cx="91980" cy="91945"/>
              </a:xfrm>
              <a:custGeom>
                <a:avLst/>
                <a:gdLst/>
                <a:ahLst/>
                <a:cxnLst/>
                <a:rect l="l" t="t" r="r" b="b"/>
                <a:pathLst>
                  <a:path w="2628" h="2627" extrusionOk="0">
                    <a:moveTo>
                      <a:pt x="1" y="0"/>
                    </a:moveTo>
                    <a:lnTo>
                      <a:pt x="1" y="2627"/>
                    </a:lnTo>
                    <a:lnTo>
                      <a:pt x="2628" y="131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Google Shape;2558;p69"/>
              <p:cNvSpPr/>
              <p:nvPr/>
            </p:nvSpPr>
            <p:spPr>
              <a:xfrm>
                <a:off x="1335509" y="4399819"/>
                <a:ext cx="11830" cy="91945"/>
              </a:xfrm>
              <a:custGeom>
                <a:avLst/>
                <a:gdLst/>
                <a:ahLst/>
                <a:cxnLst/>
                <a:rect l="l" t="t" r="r" b="b"/>
                <a:pathLst>
                  <a:path w="338" h="2627" extrusionOk="0">
                    <a:moveTo>
                      <a:pt x="0" y="0"/>
                    </a:moveTo>
                    <a:lnTo>
                      <a:pt x="0" y="2627"/>
                    </a:lnTo>
                    <a:lnTo>
                      <a:pt x="337" y="2627"/>
                    </a:lnTo>
                    <a:lnTo>
                      <a:pt x="3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Google Shape;2559;p69"/>
              <p:cNvSpPr/>
              <p:nvPr/>
            </p:nvSpPr>
            <p:spPr>
              <a:xfrm>
                <a:off x="1509218" y="4374618"/>
                <a:ext cx="96355" cy="142345"/>
              </a:xfrm>
              <a:custGeom>
                <a:avLst/>
                <a:gdLst/>
                <a:ahLst/>
                <a:cxnLst/>
                <a:rect l="l" t="t" r="r" b="b"/>
                <a:pathLst>
                  <a:path w="2753" h="4067" extrusionOk="0">
                    <a:moveTo>
                      <a:pt x="2752" y="1"/>
                    </a:moveTo>
                    <a:lnTo>
                      <a:pt x="1" y="2032"/>
                    </a:lnTo>
                    <a:lnTo>
                      <a:pt x="2752" y="4066"/>
                    </a:lnTo>
                    <a:lnTo>
                      <a:pt x="275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Google Shape;2560;p69"/>
              <p:cNvSpPr/>
              <p:nvPr/>
            </p:nvSpPr>
            <p:spPr>
              <a:xfrm>
                <a:off x="1509218" y="4410494"/>
                <a:ext cx="48545" cy="70455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2013" extrusionOk="0">
                    <a:moveTo>
                      <a:pt x="1" y="1"/>
                    </a:moveTo>
                    <a:lnTo>
                      <a:pt x="1" y="2013"/>
                    </a:lnTo>
                    <a:lnTo>
                      <a:pt x="1386" y="2013"/>
                    </a:lnTo>
                    <a:lnTo>
                      <a:pt x="138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Google Shape;2561;p69"/>
              <p:cNvSpPr/>
              <p:nvPr/>
            </p:nvSpPr>
            <p:spPr>
              <a:xfrm>
                <a:off x="1619855" y="4378013"/>
                <a:ext cx="54880" cy="135450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3870" extrusionOk="0">
                    <a:moveTo>
                      <a:pt x="1" y="0"/>
                    </a:moveTo>
                    <a:lnTo>
                      <a:pt x="1" y="426"/>
                    </a:lnTo>
                    <a:cubicBezTo>
                      <a:pt x="666" y="604"/>
                      <a:pt x="1161" y="1212"/>
                      <a:pt x="1161" y="1935"/>
                    </a:cubicBezTo>
                    <a:cubicBezTo>
                      <a:pt x="1161" y="2658"/>
                      <a:pt x="666" y="3266"/>
                      <a:pt x="1" y="3448"/>
                    </a:cubicBezTo>
                    <a:lnTo>
                      <a:pt x="1" y="3869"/>
                    </a:lnTo>
                    <a:cubicBezTo>
                      <a:pt x="895" y="3680"/>
                      <a:pt x="1568" y="2887"/>
                      <a:pt x="1568" y="1935"/>
                    </a:cubicBezTo>
                    <a:cubicBezTo>
                      <a:pt x="1568" y="983"/>
                      <a:pt x="895" y="19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Google Shape;2562;p69"/>
              <p:cNvSpPr/>
              <p:nvPr/>
            </p:nvSpPr>
            <p:spPr>
              <a:xfrm>
                <a:off x="1619855" y="4411859"/>
                <a:ext cx="27545" cy="67725"/>
              </a:xfrm>
              <a:custGeom>
                <a:avLst/>
                <a:gdLst/>
                <a:ahLst/>
                <a:cxnLst/>
                <a:rect l="l" t="t" r="r" b="b"/>
                <a:pathLst>
                  <a:path w="787" h="1935" extrusionOk="0">
                    <a:moveTo>
                      <a:pt x="1" y="1"/>
                    </a:moveTo>
                    <a:lnTo>
                      <a:pt x="1" y="1935"/>
                    </a:lnTo>
                    <a:cubicBezTo>
                      <a:pt x="450" y="1842"/>
                      <a:pt x="786" y="1444"/>
                      <a:pt x="786" y="968"/>
                    </a:cubicBezTo>
                    <a:cubicBezTo>
                      <a:pt x="786" y="492"/>
                      <a:pt x="450" y="97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Google Shape;2563;p69"/>
              <p:cNvSpPr/>
              <p:nvPr/>
            </p:nvSpPr>
            <p:spPr>
              <a:xfrm>
                <a:off x="1708302" y="4429849"/>
                <a:ext cx="397845" cy="31745"/>
              </a:xfrm>
              <a:custGeom>
                <a:avLst/>
                <a:gdLst/>
                <a:ahLst/>
                <a:cxnLst/>
                <a:rect l="l" t="t" r="r" b="b"/>
                <a:pathLst>
                  <a:path w="11367" h="907" extrusionOk="0">
                    <a:moveTo>
                      <a:pt x="0" y="1"/>
                    </a:moveTo>
                    <a:lnTo>
                      <a:pt x="0" y="906"/>
                    </a:lnTo>
                    <a:lnTo>
                      <a:pt x="11367" y="906"/>
                    </a:lnTo>
                    <a:lnTo>
                      <a:pt x="1136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Google Shape;2564;p69"/>
              <p:cNvSpPr/>
              <p:nvPr/>
            </p:nvSpPr>
            <p:spPr>
              <a:xfrm>
                <a:off x="2061320" y="4400904"/>
                <a:ext cx="89670" cy="89670"/>
              </a:xfrm>
              <a:custGeom>
                <a:avLst/>
                <a:gdLst/>
                <a:ahLst/>
                <a:cxnLst/>
                <a:rect l="l" t="t" r="r" b="b"/>
                <a:pathLst>
                  <a:path w="2562" h="2562" extrusionOk="0">
                    <a:moveTo>
                      <a:pt x="1281" y="1"/>
                    </a:moveTo>
                    <a:cubicBezTo>
                      <a:pt x="573" y="1"/>
                      <a:pt x="1" y="576"/>
                      <a:pt x="1" y="1281"/>
                    </a:cubicBezTo>
                    <a:cubicBezTo>
                      <a:pt x="1" y="1989"/>
                      <a:pt x="573" y="2562"/>
                      <a:pt x="1281" y="2562"/>
                    </a:cubicBezTo>
                    <a:cubicBezTo>
                      <a:pt x="1989" y="2562"/>
                      <a:pt x="2561" y="1989"/>
                      <a:pt x="2561" y="1281"/>
                    </a:cubicBezTo>
                    <a:cubicBezTo>
                      <a:pt x="2561" y="576"/>
                      <a:pt x="1989" y="1"/>
                      <a:pt x="128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Google Shape;2565;p69"/>
              <p:cNvSpPr/>
              <p:nvPr/>
            </p:nvSpPr>
            <p:spPr>
              <a:xfrm>
                <a:off x="2317245" y="4405769"/>
                <a:ext cx="54740" cy="83300"/>
              </a:xfrm>
              <a:custGeom>
                <a:avLst/>
                <a:gdLst/>
                <a:ahLst/>
                <a:cxnLst/>
                <a:rect l="l" t="t" r="r" b="b"/>
                <a:pathLst>
                  <a:path w="1564" h="2380" extrusionOk="0">
                    <a:moveTo>
                      <a:pt x="786" y="241"/>
                    </a:moveTo>
                    <a:cubicBezTo>
                      <a:pt x="1107" y="241"/>
                      <a:pt x="1250" y="616"/>
                      <a:pt x="1250" y="1180"/>
                    </a:cubicBezTo>
                    <a:cubicBezTo>
                      <a:pt x="1250" y="1769"/>
                      <a:pt x="1099" y="2140"/>
                      <a:pt x="782" y="2140"/>
                    </a:cubicBezTo>
                    <a:cubicBezTo>
                      <a:pt x="496" y="2140"/>
                      <a:pt x="314" y="1799"/>
                      <a:pt x="314" y="1200"/>
                    </a:cubicBezTo>
                    <a:cubicBezTo>
                      <a:pt x="314" y="573"/>
                      <a:pt x="511" y="241"/>
                      <a:pt x="786" y="241"/>
                    </a:cubicBezTo>
                    <a:close/>
                    <a:moveTo>
                      <a:pt x="801" y="1"/>
                    </a:moveTo>
                    <a:cubicBezTo>
                      <a:pt x="333" y="1"/>
                      <a:pt x="1" y="426"/>
                      <a:pt x="1" y="1196"/>
                    </a:cubicBezTo>
                    <a:cubicBezTo>
                      <a:pt x="8" y="1958"/>
                      <a:pt x="314" y="2380"/>
                      <a:pt x="763" y="2380"/>
                    </a:cubicBezTo>
                    <a:cubicBezTo>
                      <a:pt x="1274" y="2380"/>
                      <a:pt x="1563" y="1946"/>
                      <a:pt x="1563" y="1165"/>
                    </a:cubicBezTo>
                    <a:cubicBezTo>
                      <a:pt x="1563" y="434"/>
                      <a:pt x="1285" y="1"/>
                      <a:pt x="8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Google Shape;2566;p69"/>
              <p:cNvSpPr/>
              <p:nvPr/>
            </p:nvSpPr>
            <p:spPr>
              <a:xfrm>
                <a:off x="2382767" y="4429849"/>
                <a:ext cx="14840" cy="59220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692" extrusionOk="0">
                    <a:moveTo>
                      <a:pt x="214" y="1"/>
                    </a:moveTo>
                    <a:cubicBezTo>
                      <a:pt x="90" y="1"/>
                      <a:pt x="1" y="94"/>
                      <a:pt x="1" y="222"/>
                    </a:cubicBezTo>
                    <a:cubicBezTo>
                      <a:pt x="1" y="345"/>
                      <a:pt x="86" y="442"/>
                      <a:pt x="209" y="442"/>
                    </a:cubicBezTo>
                    <a:cubicBezTo>
                      <a:pt x="341" y="442"/>
                      <a:pt x="423" y="345"/>
                      <a:pt x="423" y="222"/>
                    </a:cubicBezTo>
                    <a:cubicBezTo>
                      <a:pt x="418" y="94"/>
                      <a:pt x="338" y="1"/>
                      <a:pt x="214" y="1"/>
                    </a:cubicBezTo>
                    <a:close/>
                    <a:moveTo>
                      <a:pt x="214" y="1251"/>
                    </a:moveTo>
                    <a:cubicBezTo>
                      <a:pt x="90" y="1251"/>
                      <a:pt x="1" y="1340"/>
                      <a:pt x="1" y="1472"/>
                    </a:cubicBezTo>
                    <a:cubicBezTo>
                      <a:pt x="1" y="1595"/>
                      <a:pt x="86" y="1692"/>
                      <a:pt x="209" y="1692"/>
                    </a:cubicBezTo>
                    <a:cubicBezTo>
                      <a:pt x="341" y="1692"/>
                      <a:pt x="423" y="1595"/>
                      <a:pt x="423" y="1472"/>
                    </a:cubicBezTo>
                    <a:cubicBezTo>
                      <a:pt x="418" y="1340"/>
                      <a:pt x="338" y="1251"/>
                      <a:pt x="214" y="12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Google Shape;2567;p69"/>
              <p:cNvSpPr/>
              <p:nvPr/>
            </p:nvSpPr>
            <p:spPr>
              <a:xfrm>
                <a:off x="2407127" y="4407134"/>
                <a:ext cx="50155" cy="81935"/>
              </a:xfrm>
              <a:custGeom>
                <a:avLst/>
                <a:gdLst/>
                <a:ahLst/>
                <a:cxnLst/>
                <a:rect l="l" t="t" r="r" b="b"/>
                <a:pathLst>
                  <a:path w="1433" h="2341" extrusionOk="0">
                    <a:moveTo>
                      <a:pt x="288" y="0"/>
                    </a:moveTo>
                    <a:lnTo>
                      <a:pt x="136" y="1107"/>
                    </a:lnTo>
                    <a:cubicBezTo>
                      <a:pt x="222" y="1095"/>
                      <a:pt x="326" y="1080"/>
                      <a:pt x="458" y="1080"/>
                    </a:cubicBezTo>
                    <a:cubicBezTo>
                      <a:pt x="915" y="1080"/>
                      <a:pt x="1115" y="1293"/>
                      <a:pt x="1120" y="1591"/>
                    </a:cubicBezTo>
                    <a:cubicBezTo>
                      <a:pt x="1120" y="1900"/>
                      <a:pt x="868" y="2089"/>
                      <a:pt x="574" y="2089"/>
                    </a:cubicBezTo>
                    <a:cubicBezTo>
                      <a:pt x="365" y="2089"/>
                      <a:pt x="175" y="2020"/>
                      <a:pt x="83" y="1962"/>
                    </a:cubicBezTo>
                    <a:lnTo>
                      <a:pt x="1" y="2198"/>
                    </a:lnTo>
                    <a:cubicBezTo>
                      <a:pt x="113" y="2271"/>
                      <a:pt x="326" y="2341"/>
                      <a:pt x="578" y="2341"/>
                    </a:cubicBezTo>
                    <a:cubicBezTo>
                      <a:pt x="1077" y="2341"/>
                      <a:pt x="1433" y="2005"/>
                      <a:pt x="1433" y="1555"/>
                    </a:cubicBezTo>
                    <a:cubicBezTo>
                      <a:pt x="1433" y="1266"/>
                      <a:pt x="1286" y="1068"/>
                      <a:pt x="1104" y="964"/>
                    </a:cubicBezTo>
                    <a:cubicBezTo>
                      <a:pt x="961" y="878"/>
                      <a:pt x="786" y="839"/>
                      <a:pt x="609" y="839"/>
                    </a:cubicBezTo>
                    <a:cubicBezTo>
                      <a:pt x="524" y="839"/>
                      <a:pt x="474" y="848"/>
                      <a:pt x="419" y="855"/>
                    </a:cubicBezTo>
                    <a:lnTo>
                      <a:pt x="508" y="264"/>
                    </a:lnTo>
                    <a:lnTo>
                      <a:pt x="1386" y="264"/>
                    </a:lnTo>
                    <a:lnTo>
                      <a:pt x="138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Google Shape;2568;p69"/>
              <p:cNvSpPr/>
              <p:nvPr/>
            </p:nvSpPr>
            <p:spPr>
              <a:xfrm>
                <a:off x="2469988" y="4405769"/>
                <a:ext cx="54740" cy="83300"/>
              </a:xfrm>
              <a:custGeom>
                <a:avLst/>
                <a:gdLst/>
                <a:ahLst/>
                <a:cxnLst/>
                <a:rect l="l" t="t" r="r" b="b"/>
                <a:pathLst>
                  <a:path w="1564" h="2380" extrusionOk="0">
                    <a:moveTo>
                      <a:pt x="782" y="241"/>
                    </a:moveTo>
                    <a:cubicBezTo>
                      <a:pt x="1107" y="241"/>
                      <a:pt x="1250" y="616"/>
                      <a:pt x="1250" y="1180"/>
                    </a:cubicBezTo>
                    <a:cubicBezTo>
                      <a:pt x="1250" y="1769"/>
                      <a:pt x="1099" y="2140"/>
                      <a:pt x="778" y="2140"/>
                    </a:cubicBezTo>
                    <a:cubicBezTo>
                      <a:pt x="496" y="2140"/>
                      <a:pt x="314" y="1799"/>
                      <a:pt x="314" y="1200"/>
                    </a:cubicBezTo>
                    <a:cubicBezTo>
                      <a:pt x="314" y="573"/>
                      <a:pt x="511" y="241"/>
                      <a:pt x="782" y="241"/>
                    </a:cubicBezTo>
                    <a:close/>
                    <a:moveTo>
                      <a:pt x="801" y="1"/>
                    </a:moveTo>
                    <a:cubicBezTo>
                      <a:pt x="333" y="1"/>
                      <a:pt x="1" y="426"/>
                      <a:pt x="1" y="1196"/>
                    </a:cubicBezTo>
                    <a:cubicBezTo>
                      <a:pt x="8" y="1958"/>
                      <a:pt x="314" y="2380"/>
                      <a:pt x="763" y="2380"/>
                    </a:cubicBezTo>
                    <a:cubicBezTo>
                      <a:pt x="1274" y="2380"/>
                      <a:pt x="1563" y="1946"/>
                      <a:pt x="1563" y="1165"/>
                    </a:cubicBezTo>
                    <a:cubicBezTo>
                      <a:pt x="1563" y="434"/>
                      <a:pt x="1285" y="1"/>
                      <a:pt x="8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Google Shape;2569;p69"/>
              <p:cNvSpPr/>
              <p:nvPr/>
            </p:nvSpPr>
            <p:spPr>
              <a:xfrm>
                <a:off x="2555180" y="4402794"/>
                <a:ext cx="43085" cy="89950"/>
              </a:xfrm>
              <a:custGeom>
                <a:avLst/>
                <a:gdLst/>
                <a:ahLst/>
                <a:cxnLst/>
                <a:rect l="l" t="t" r="r" b="b"/>
                <a:pathLst>
                  <a:path w="1231" h="2570" extrusionOk="0">
                    <a:moveTo>
                      <a:pt x="990" y="1"/>
                    </a:moveTo>
                    <a:lnTo>
                      <a:pt x="0" y="2570"/>
                    </a:lnTo>
                    <a:lnTo>
                      <a:pt x="240" y="2570"/>
                    </a:lnTo>
                    <a:lnTo>
                      <a:pt x="123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Google Shape;2570;p69"/>
              <p:cNvSpPr/>
              <p:nvPr/>
            </p:nvSpPr>
            <p:spPr>
              <a:xfrm>
                <a:off x="2629627" y="4405769"/>
                <a:ext cx="51520" cy="81935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2341" extrusionOk="0">
                    <a:moveTo>
                      <a:pt x="709" y="1"/>
                    </a:moveTo>
                    <a:cubicBezTo>
                      <a:pt x="445" y="1"/>
                      <a:pt x="218" y="101"/>
                      <a:pt x="59" y="237"/>
                    </a:cubicBezTo>
                    <a:lnTo>
                      <a:pt x="156" y="453"/>
                    </a:lnTo>
                    <a:cubicBezTo>
                      <a:pt x="264" y="364"/>
                      <a:pt x="438" y="260"/>
                      <a:pt x="647" y="260"/>
                    </a:cubicBezTo>
                    <a:cubicBezTo>
                      <a:pt x="988" y="260"/>
                      <a:pt x="1104" y="476"/>
                      <a:pt x="1104" y="708"/>
                    </a:cubicBezTo>
                    <a:cubicBezTo>
                      <a:pt x="1100" y="1057"/>
                      <a:pt x="833" y="1355"/>
                      <a:pt x="245" y="1912"/>
                    </a:cubicBezTo>
                    <a:lnTo>
                      <a:pt x="1" y="2151"/>
                    </a:lnTo>
                    <a:lnTo>
                      <a:pt x="1" y="2341"/>
                    </a:lnTo>
                    <a:lnTo>
                      <a:pt x="1471" y="2341"/>
                    </a:lnTo>
                    <a:lnTo>
                      <a:pt x="1471" y="2082"/>
                    </a:lnTo>
                    <a:lnTo>
                      <a:pt x="438" y="2082"/>
                    </a:lnTo>
                    <a:lnTo>
                      <a:pt x="438" y="2074"/>
                    </a:lnTo>
                    <a:lnTo>
                      <a:pt x="620" y="1904"/>
                    </a:lnTo>
                    <a:cubicBezTo>
                      <a:pt x="1107" y="1440"/>
                      <a:pt x="1413" y="1096"/>
                      <a:pt x="1413" y="669"/>
                    </a:cubicBezTo>
                    <a:cubicBezTo>
                      <a:pt x="1413" y="341"/>
                      <a:pt x="1204" y="1"/>
                      <a:pt x="70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Google Shape;2571;p69"/>
              <p:cNvSpPr/>
              <p:nvPr/>
            </p:nvSpPr>
            <p:spPr>
              <a:xfrm>
                <a:off x="2694098" y="4429849"/>
                <a:ext cx="14805" cy="59220"/>
              </a:xfrm>
              <a:custGeom>
                <a:avLst/>
                <a:gdLst/>
                <a:ahLst/>
                <a:cxnLst/>
                <a:rect l="l" t="t" r="r" b="b"/>
                <a:pathLst>
                  <a:path w="423" h="1692" extrusionOk="0">
                    <a:moveTo>
                      <a:pt x="213" y="1"/>
                    </a:moveTo>
                    <a:cubicBezTo>
                      <a:pt x="89" y="1"/>
                      <a:pt x="1" y="94"/>
                      <a:pt x="1" y="222"/>
                    </a:cubicBezTo>
                    <a:cubicBezTo>
                      <a:pt x="1" y="345"/>
                      <a:pt x="85" y="442"/>
                      <a:pt x="210" y="442"/>
                    </a:cubicBezTo>
                    <a:cubicBezTo>
                      <a:pt x="341" y="442"/>
                      <a:pt x="422" y="345"/>
                      <a:pt x="422" y="222"/>
                    </a:cubicBezTo>
                    <a:cubicBezTo>
                      <a:pt x="419" y="94"/>
                      <a:pt x="337" y="1"/>
                      <a:pt x="213" y="1"/>
                    </a:cubicBezTo>
                    <a:close/>
                    <a:moveTo>
                      <a:pt x="213" y="1251"/>
                    </a:moveTo>
                    <a:cubicBezTo>
                      <a:pt x="89" y="1251"/>
                      <a:pt x="1" y="1340"/>
                      <a:pt x="1" y="1472"/>
                    </a:cubicBezTo>
                    <a:cubicBezTo>
                      <a:pt x="1" y="1595"/>
                      <a:pt x="85" y="1692"/>
                      <a:pt x="210" y="1692"/>
                    </a:cubicBezTo>
                    <a:cubicBezTo>
                      <a:pt x="341" y="1692"/>
                      <a:pt x="422" y="1595"/>
                      <a:pt x="422" y="1472"/>
                    </a:cubicBezTo>
                    <a:cubicBezTo>
                      <a:pt x="419" y="1340"/>
                      <a:pt x="337" y="1251"/>
                      <a:pt x="213" y="12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Google Shape;2572;p69"/>
              <p:cNvSpPr/>
              <p:nvPr/>
            </p:nvSpPr>
            <p:spPr>
              <a:xfrm>
                <a:off x="2718494" y="4407134"/>
                <a:ext cx="50085" cy="81935"/>
              </a:xfrm>
              <a:custGeom>
                <a:avLst/>
                <a:gdLst/>
                <a:ahLst/>
                <a:cxnLst/>
                <a:rect l="l" t="t" r="r" b="b"/>
                <a:pathLst>
                  <a:path w="1431" h="2341" extrusionOk="0">
                    <a:moveTo>
                      <a:pt x="282" y="0"/>
                    </a:moveTo>
                    <a:lnTo>
                      <a:pt x="135" y="1107"/>
                    </a:lnTo>
                    <a:cubicBezTo>
                      <a:pt x="220" y="1095"/>
                      <a:pt x="320" y="1080"/>
                      <a:pt x="452" y="1080"/>
                    </a:cubicBezTo>
                    <a:cubicBezTo>
                      <a:pt x="913" y="1080"/>
                      <a:pt x="1110" y="1293"/>
                      <a:pt x="1114" y="1591"/>
                    </a:cubicBezTo>
                    <a:cubicBezTo>
                      <a:pt x="1114" y="1900"/>
                      <a:pt x="863" y="2089"/>
                      <a:pt x="568" y="2089"/>
                    </a:cubicBezTo>
                    <a:cubicBezTo>
                      <a:pt x="359" y="2089"/>
                      <a:pt x="174" y="2020"/>
                      <a:pt x="77" y="1962"/>
                    </a:cubicBezTo>
                    <a:lnTo>
                      <a:pt x="0" y="2198"/>
                    </a:lnTo>
                    <a:cubicBezTo>
                      <a:pt x="108" y="2271"/>
                      <a:pt x="320" y="2341"/>
                      <a:pt x="572" y="2341"/>
                    </a:cubicBezTo>
                    <a:cubicBezTo>
                      <a:pt x="1072" y="2341"/>
                      <a:pt x="1431" y="2005"/>
                      <a:pt x="1431" y="1555"/>
                    </a:cubicBezTo>
                    <a:cubicBezTo>
                      <a:pt x="1431" y="1266"/>
                      <a:pt x="1281" y="1068"/>
                      <a:pt x="1099" y="964"/>
                    </a:cubicBezTo>
                    <a:cubicBezTo>
                      <a:pt x="959" y="878"/>
                      <a:pt x="781" y="839"/>
                      <a:pt x="604" y="839"/>
                    </a:cubicBezTo>
                    <a:cubicBezTo>
                      <a:pt x="518" y="839"/>
                      <a:pt x="472" y="848"/>
                      <a:pt x="418" y="855"/>
                    </a:cubicBezTo>
                    <a:lnTo>
                      <a:pt x="506" y="264"/>
                    </a:lnTo>
                    <a:lnTo>
                      <a:pt x="1385" y="264"/>
                    </a:lnTo>
                    <a:lnTo>
                      <a:pt x="13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Google Shape;2573;p69"/>
              <p:cNvSpPr/>
              <p:nvPr/>
            </p:nvSpPr>
            <p:spPr>
              <a:xfrm>
                <a:off x="2781285" y="4405769"/>
                <a:ext cx="54600" cy="83300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2380" extrusionOk="0">
                    <a:moveTo>
                      <a:pt x="783" y="241"/>
                    </a:moveTo>
                    <a:cubicBezTo>
                      <a:pt x="1103" y="241"/>
                      <a:pt x="1251" y="616"/>
                      <a:pt x="1251" y="1180"/>
                    </a:cubicBezTo>
                    <a:cubicBezTo>
                      <a:pt x="1251" y="1769"/>
                      <a:pt x="1096" y="2140"/>
                      <a:pt x="778" y="2140"/>
                    </a:cubicBezTo>
                    <a:cubicBezTo>
                      <a:pt x="496" y="2140"/>
                      <a:pt x="310" y="1799"/>
                      <a:pt x="310" y="1200"/>
                    </a:cubicBezTo>
                    <a:cubicBezTo>
                      <a:pt x="310" y="573"/>
                      <a:pt x="508" y="241"/>
                      <a:pt x="783" y="241"/>
                    </a:cubicBezTo>
                    <a:close/>
                    <a:moveTo>
                      <a:pt x="798" y="1"/>
                    </a:moveTo>
                    <a:cubicBezTo>
                      <a:pt x="333" y="1"/>
                      <a:pt x="1" y="426"/>
                      <a:pt x="1" y="1196"/>
                    </a:cubicBezTo>
                    <a:cubicBezTo>
                      <a:pt x="8" y="1958"/>
                      <a:pt x="310" y="2380"/>
                      <a:pt x="760" y="2380"/>
                    </a:cubicBezTo>
                    <a:cubicBezTo>
                      <a:pt x="1270" y="2380"/>
                      <a:pt x="1560" y="1946"/>
                      <a:pt x="1560" y="1165"/>
                    </a:cubicBezTo>
                    <a:cubicBezTo>
                      <a:pt x="1560" y="434"/>
                      <a:pt x="1285" y="1"/>
                      <a:pt x="79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74" name="Google Shape;2574;p69"/>
            <p:cNvGrpSpPr/>
            <p:nvPr/>
          </p:nvGrpSpPr>
          <p:grpSpPr>
            <a:xfrm>
              <a:off x="6740408" y="4082745"/>
              <a:ext cx="1412936" cy="130770"/>
              <a:chOff x="2935989" y="4367723"/>
              <a:chExt cx="1685879" cy="156032"/>
            </a:xfrm>
          </p:grpSpPr>
          <p:sp>
            <p:nvSpPr>
              <p:cNvPr id="2575" name="Google Shape;2575;p69"/>
              <p:cNvSpPr/>
              <p:nvPr/>
            </p:nvSpPr>
            <p:spPr>
              <a:xfrm>
                <a:off x="2935989" y="4376368"/>
                <a:ext cx="179165" cy="138705"/>
              </a:xfrm>
              <a:custGeom>
                <a:avLst/>
                <a:gdLst/>
                <a:ahLst/>
                <a:cxnLst/>
                <a:rect l="l" t="t" r="r" b="b"/>
                <a:pathLst>
                  <a:path w="5119" h="3963" extrusionOk="0">
                    <a:moveTo>
                      <a:pt x="1323" y="1761"/>
                    </a:moveTo>
                    <a:lnTo>
                      <a:pt x="1323" y="2202"/>
                    </a:lnTo>
                    <a:lnTo>
                      <a:pt x="495" y="2202"/>
                    </a:lnTo>
                    <a:lnTo>
                      <a:pt x="495" y="1761"/>
                    </a:lnTo>
                    <a:close/>
                    <a:moveTo>
                      <a:pt x="4515" y="1761"/>
                    </a:moveTo>
                    <a:lnTo>
                      <a:pt x="4515" y="2202"/>
                    </a:lnTo>
                    <a:lnTo>
                      <a:pt x="1872" y="2202"/>
                    </a:lnTo>
                    <a:lnTo>
                      <a:pt x="1872" y="1761"/>
                    </a:lnTo>
                    <a:close/>
                    <a:moveTo>
                      <a:pt x="3191" y="2698"/>
                    </a:moveTo>
                    <a:lnTo>
                      <a:pt x="3191" y="3139"/>
                    </a:lnTo>
                    <a:lnTo>
                      <a:pt x="549" y="3139"/>
                    </a:lnTo>
                    <a:lnTo>
                      <a:pt x="549" y="2698"/>
                    </a:lnTo>
                    <a:close/>
                    <a:moveTo>
                      <a:pt x="4569" y="2698"/>
                    </a:moveTo>
                    <a:lnTo>
                      <a:pt x="4569" y="3139"/>
                    </a:lnTo>
                    <a:lnTo>
                      <a:pt x="3745" y="3139"/>
                    </a:lnTo>
                    <a:lnTo>
                      <a:pt x="3745" y="2698"/>
                    </a:lnTo>
                    <a:close/>
                    <a:moveTo>
                      <a:pt x="538" y="1"/>
                    </a:moveTo>
                    <a:cubicBezTo>
                      <a:pt x="240" y="1"/>
                      <a:pt x="0" y="241"/>
                      <a:pt x="0" y="539"/>
                    </a:cubicBezTo>
                    <a:lnTo>
                      <a:pt x="0" y="3429"/>
                    </a:lnTo>
                    <a:cubicBezTo>
                      <a:pt x="0" y="3723"/>
                      <a:pt x="240" y="3963"/>
                      <a:pt x="538" y="3963"/>
                    </a:cubicBezTo>
                    <a:lnTo>
                      <a:pt x="4584" y="3963"/>
                    </a:lnTo>
                    <a:cubicBezTo>
                      <a:pt x="4878" y="3963"/>
                      <a:pt x="5118" y="3723"/>
                      <a:pt x="5118" y="3429"/>
                    </a:cubicBezTo>
                    <a:lnTo>
                      <a:pt x="5118" y="539"/>
                    </a:lnTo>
                    <a:cubicBezTo>
                      <a:pt x="5118" y="241"/>
                      <a:pt x="4878" y="1"/>
                      <a:pt x="458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Google Shape;2576;p69"/>
              <p:cNvSpPr/>
              <p:nvPr/>
            </p:nvSpPr>
            <p:spPr>
              <a:xfrm>
                <a:off x="3835089" y="4383858"/>
                <a:ext cx="196525" cy="123760"/>
              </a:xfrm>
              <a:custGeom>
                <a:avLst/>
                <a:gdLst/>
                <a:ahLst/>
                <a:cxnLst/>
                <a:rect l="l" t="t" r="r" b="b"/>
                <a:pathLst>
                  <a:path w="5615" h="3536" extrusionOk="0">
                    <a:moveTo>
                      <a:pt x="5119" y="495"/>
                    </a:moveTo>
                    <a:lnTo>
                      <a:pt x="5119" y="3041"/>
                    </a:lnTo>
                    <a:lnTo>
                      <a:pt x="496" y="3041"/>
                    </a:lnTo>
                    <a:lnTo>
                      <a:pt x="496" y="495"/>
                    </a:lnTo>
                    <a:close/>
                    <a:moveTo>
                      <a:pt x="248" y="0"/>
                    </a:moveTo>
                    <a:cubicBezTo>
                      <a:pt x="109" y="0"/>
                      <a:pt x="0" y="112"/>
                      <a:pt x="0" y="247"/>
                    </a:cubicBezTo>
                    <a:lnTo>
                      <a:pt x="0" y="3288"/>
                    </a:lnTo>
                    <a:cubicBezTo>
                      <a:pt x="0" y="3424"/>
                      <a:pt x="109" y="3536"/>
                      <a:pt x="248" y="3536"/>
                    </a:cubicBezTo>
                    <a:lnTo>
                      <a:pt x="5367" y="3536"/>
                    </a:lnTo>
                    <a:cubicBezTo>
                      <a:pt x="5502" y="3536"/>
                      <a:pt x="5614" y="3424"/>
                      <a:pt x="5614" y="3288"/>
                    </a:cubicBezTo>
                    <a:lnTo>
                      <a:pt x="5614" y="247"/>
                    </a:lnTo>
                    <a:cubicBezTo>
                      <a:pt x="5614" y="112"/>
                      <a:pt x="5502" y="0"/>
                      <a:pt x="53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Google Shape;2577;p69"/>
              <p:cNvSpPr/>
              <p:nvPr/>
            </p:nvSpPr>
            <p:spPr>
              <a:xfrm>
                <a:off x="3239271" y="4379378"/>
                <a:ext cx="129115" cy="132720"/>
              </a:xfrm>
              <a:custGeom>
                <a:avLst/>
                <a:gdLst/>
                <a:ahLst/>
                <a:cxnLst/>
                <a:rect l="l" t="t" r="r" b="b"/>
                <a:pathLst>
                  <a:path w="3689" h="3792" extrusionOk="0">
                    <a:moveTo>
                      <a:pt x="1847" y="1173"/>
                    </a:moveTo>
                    <a:cubicBezTo>
                      <a:pt x="2245" y="1173"/>
                      <a:pt x="2570" y="1498"/>
                      <a:pt x="2570" y="1896"/>
                    </a:cubicBezTo>
                    <a:cubicBezTo>
                      <a:pt x="2570" y="2298"/>
                      <a:pt x="2245" y="2619"/>
                      <a:pt x="1847" y="2619"/>
                    </a:cubicBezTo>
                    <a:cubicBezTo>
                      <a:pt x="1444" y="2619"/>
                      <a:pt x="1119" y="2298"/>
                      <a:pt x="1119" y="1896"/>
                    </a:cubicBezTo>
                    <a:cubicBezTo>
                      <a:pt x="1119" y="1498"/>
                      <a:pt x="1444" y="1173"/>
                      <a:pt x="1847" y="1173"/>
                    </a:cubicBezTo>
                    <a:close/>
                    <a:moveTo>
                      <a:pt x="1336" y="0"/>
                    </a:moveTo>
                    <a:lnTo>
                      <a:pt x="1258" y="766"/>
                    </a:lnTo>
                    <a:lnTo>
                      <a:pt x="589" y="391"/>
                    </a:lnTo>
                    <a:lnTo>
                      <a:pt x="1" y="1223"/>
                    </a:lnTo>
                    <a:lnTo>
                      <a:pt x="783" y="1896"/>
                    </a:lnTo>
                    <a:lnTo>
                      <a:pt x="1" y="2569"/>
                    </a:lnTo>
                    <a:lnTo>
                      <a:pt x="589" y="3405"/>
                    </a:lnTo>
                    <a:lnTo>
                      <a:pt x="1258" y="3025"/>
                    </a:lnTo>
                    <a:lnTo>
                      <a:pt x="1336" y="3791"/>
                    </a:lnTo>
                    <a:lnTo>
                      <a:pt x="2353" y="3791"/>
                    </a:lnTo>
                    <a:lnTo>
                      <a:pt x="2431" y="3025"/>
                    </a:lnTo>
                    <a:lnTo>
                      <a:pt x="3100" y="3405"/>
                    </a:lnTo>
                    <a:lnTo>
                      <a:pt x="3688" y="2569"/>
                    </a:lnTo>
                    <a:lnTo>
                      <a:pt x="2910" y="1896"/>
                    </a:lnTo>
                    <a:lnTo>
                      <a:pt x="3688" y="1223"/>
                    </a:lnTo>
                    <a:lnTo>
                      <a:pt x="3100" y="391"/>
                    </a:lnTo>
                    <a:lnTo>
                      <a:pt x="2431" y="766"/>
                    </a:lnTo>
                    <a:lnTo>
                      <a:pt x="235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Google Shape;2578;p69"/>
              <p:cNvSpPr/>
              <p:nvPr/>
            </p:nvSpPr>
            <p:spPr>
              <a:xfrm>
                <a:off x="3313227" y="4379378"/>
                <a:ext cx="82880" cy="58660"/>
              </a:xfrm>
              <a:custGeom>
                <a:avLst/>
                <a:gdLst/>
                <a:ahLst/>
                <a:cxnLst/>
                <a:rect l="l" t="t" r="r" b="b"/>
                <a:pathLst>
                  <a:path w="2368" h="1676" extrusionOk="0">
                    <a:moveTo>
                      <a:pt x="0" y="0"/>
                    </a:moveTo>
                    <a:lnTo>
                      <a:pt x="0" y="1675"/>
                    </a:lnTo>
                    <a:lnTo>
                      <a:pt x="2368" y="1675"/>
                    </a:lnTo>
                    <a:lnTo>
                      <a:pt x="236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Google Shape;2579;p69"/>
              <p:cNvSpPr/>
              <p:nvPr/>
            </p:nvSpPr>
            <p:spPr>
              <a:xfrm>
                <a:off x="3329468" y="4393588"/>
                <a:ext cx="24535" cy="32935"/>
              </a:xfrm>
              <a:custGeom>
                <a:avLst/>
                <a:gdLst/>
                <a:ahLst/>
                <a:cxnLst/>
                <a:rect l="l" t="t" r="r" b="b"/>
                <a:pathLst>
                  <a:path w="701" h="941" extrusionOk="0">
                    <a:moveTo>
                      <a:pt x="1" y="1"/>
                    </a:moveTo>
                    <a:lnTo>
                      <a:pt x="1" y="940"/>
                    </a:lnTo>
                    <a:lnTo>
                      <a:pt x="124" y="940"/>
                    </a:lnTo>
                    <a:lnTo>
                      <a:pt x="124" y="499"/>
                    </a:lnTo>
                    <a:lnTo>
                      <a:pt x="577" y="499"/>
                    </a:lnTo>
                    <a:lnTo>
                      <a:pt x="577" y="940"/>
                    </a:lnTo>
                    <a:lnTo>
                      <a:pt x="701" y="940"/>
                    </a:lnTo>
                    <a:lnTo>
                      <a:pt x="701" y="1"/>
                    </a:lnTo>
                    <a:lnTo>
                      <a:pt x="577" y="1"/>
                    </a:lnTo>
                    <a:lnTo>
                      <a:pt x="577" y="395"/>
                    </a:lnTo>
                    <a:lnTo>
                      <a:pt x="124" y="395"/>
                    </a:lnTo>
                    <a:lnTo>
                      <a:pt x="12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Google Shape;2580;p69"/>
              <p:cNvSpPr/>
              <p:nvPr/>
            </p:nvSpPr>
            <p:spPr>
              <a:xfrm>
                <a:off x="3361283" y="4393308"/>
                <a:ext cx="26985" cy="33460"/>
              </a:xfrm>
              <a:custGeom>
                <a:avLst/>
                <a:gdLst/>
                <a:ahLst/>
                <a:cxnLst/>
                <a:rect l="l" t="t" r="r" b="b"/>
                <a:pathLst>
                  <a:path w="771" h="956" extrusionOk="0">
                    <a:moveTo>
                      <a:pt x="264" y="97"/>
                    </a:moveTo>
                    <a:cubicBezTo>
                      <a:pt x="520" y="97"/>
                      <a:pt x="647" y="241"/>
                      <a:pt x="647" y="461"/>
                    </a:cubicBezTo>
                    <a:cubicBezTo>
                      <a:pt x="647" y="713"/>
                      <a:pt x="504" y="859"/>
                      <a:pt x="245" y="859"/>
                    </a:cubicBezTo>
                    <a:cubicBezTo>
                      <a:pt x="198" y="859"/>
                      <a:pt x="152" y="856"/>
                      <a:pt x="120" y="852"/>
                    </a:cubicBezTo>
                    <a:lnTo>
                      <a:pt x="120" y="109"/>
                    </a:lnTo>
                    <a:cubicBezTo>
                      <a:pt x="156" y="105"/>
                      <a:pt x="202" y="97"/>
                      <a:pt x="264" y="97"/>
                    </a:cubicBezTo>
                    <a:close/>
                    <a:moveTo>
                      <a:pt x="260" y="0"/>
                    </a:moveTo>
                    <a:cubicBezTo>
                      <a:pt x="163" y="0"/>
                      <a:pt x="74" y="9"/>
                      <a:pt x="1" y="20"/>
                    </a:cubicBezTo>
                    <a:lnTo>
                      <a:pt x="1" y="945"/>
                    </a:lnTo>
                    <a:cubicBezTo>
                      <a:pt x="63" y="952"/>
                      <a:pt x="136" y="956"/>
                      <a:pt x="222" y="956"/>
                    </a:cubicBezTo>
                    <a:cubicBezTo>
                      <a:pt x="404" y="956"/>
                      <a:pt x="550" y="909"/>
                      <a:pt x="636" y="821"/>
                    </a:cubicBezTo>
                    <a:cubicBezTo>
                      <a:pt x="724" y="736"/>
                      <a:pt x="770" y="608"/>
                      <a:pt x="770" y="457"/>
                    </a:cubicBezTo>
                    <a:cubicBezTo>
                      <a:pt x="770" y="302"/>
                      <a:pt x="724" y="194"/>
                      <a:pt x="639" y="120"/>
                    </a:cubicBezTo>
                    <a:cubicBezTo>
                      <a:pt x="558" y="43"/>
                      <a:pt x="434" y="0"/>
                      <a:pt x="2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Google Shape;2581;p69"/>
              <p:cNvSpPr/>
              <p:nvPr/>
            </p:nvSpPr>
            <p:spPr>
              <a:xfrm>
                <a:off x="3520257" y="4370558"/>
                <a:ext cx="190715" cy="150325"/>
              </a:xfrm>
              <a:custGeom>
                <a:avLst/>
                <a:gdLst/>
                <a:ahLst/>
                <a:cxnLst/>
                <a:rect l="l" t="t" r="r" b="b"/>
                <a:pathLst>
                  <a:path w="5449" h="4295" extrusionOk="0">
                    <a:moveTo>
                      <a:pt x="4747" y="334"/>
                    </a:moveTo>
                    <a:cubicBezTo>
                      <a:pt x="4953" y="334"/>
                      <a:pt x="5119" y="500"/>
                      <a:pt x="5119" y="705"/>
                    </a:cubicBezTo>
                    <a:lnTo>
                      <a:pt x="5119" y="3595"/>
                    </a:lnTo>
                    <a:cubicBezTo>
                      <a:pt x="5119" y="3800"/>
                      <a:pt x="4953" y="3966"/>
                      <a:pt x="4747" y="3966"/>
                    </a:cubicBezTo>
                    <a:lnTo>
                      <a:pt x="701" y="3966"/>
                    </a:lnTo>
                    <a:cubicBezTo>
                      <a:pt x="496" y="3966"/>
                      <a:pt x="330" y="3800"/>
                      <a:pt x="330" y="3595"/>
                    </a:cubicBezTo>
                    <a:lnTo>
                      <a:pt x="330" y="705"/>
                    </a:lnTo>
                    <a:cubicBezTo>
                      <a:pt x="330" y="500"/>
                      <a:pt x="496" y="334"/>
                      <a:pt x="701" y="334"/>
                    </a:cubicBezTo>
                    <a:close/>
                    <a:moveTo>
                      <a:pt x="701" y="0"/>
                    </a:moveTo>
                    <a:cubicBezTo>
                      <a:pt x="314" y="0"/>
                      <a:pt x="1" y="318"/>
                      <a:pt x="1" y="705"/>
                    </a:cubicBezTo>
                    <a:lnTo>
                      <a:pt x="1" y="3595"/>
                    </a:lnTo>
                    <a:cubicBezTo>
                      <a:pt x="1" y="3982"/>
                      <a:pt x="314" y="4295"/>
                      <a:pt x="701" y="4295"/>
                    </a:cubicBezTo>
                    <a:lnTo>
                      <a:pt x="4747" y="4295"/>
                    </a:lnTo>
                    <a:cubicBezTo>
                      <a:pt x="5135" y="4295"/>
                      <a:pt x="5448" y="3982"/>
                      <a:pt x="5448" y="3595"/>
                    </a:cubicBezTo>
                    <a:lnTo>
                      <a:pt x="5448" y="705"/>
                    </a:lnTo>
                    <a:cubicBezTo>
                      <a:pt x="5448" y="318"/>
                      <a:pt x="5135" y="0"/>
                      <a:pt x="474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Google Shape;2582;p69"/>
              <p:cNvSpPr/>
              <p:nvPr/>
            </p:nvSpPr>
            <p:spPr>
              <a:xfrm>
                <a:off x="3623579" y="4446544"/>
                <a:ext cx="59080" cy="45640"/>
              </a:xfrm>
              <a:custGeom>
                <a:avLst/>
                <a:gdLst/>
                <a:ahLst/>
                <a:cxnLst/>
                <a:rect l="l" t="t" r="r" b="b"/>
                <a:pathLst>
                  <a:path w="1688" h="1304" extrusionOk="0">
                    <a:moveTo>
                      <a:pt x="179" y="0"/>
                    </a:moveTo>
                    <a:cubicBezTo>
                      <a:pt x="82" y="0"/>
                      <a:pt x="1" y="77"/>
                      <a:pt x="1" y="174"/>
                    </a:cubicBezTo>
                    <a:lnTo>
                      <a:pt x="1" y="1129"/>
                    </a:lnTo>
                    <a:cubicBezTo>
                      <a:pt x="1" y="1227"/>
                      <a:pt x="82" y="1304"/>
                      <a:pt x="179" y="1304"/>
                    </a:cubicBezTo>
                    <a:lnTo>
                      <a:pt x="1513" y="1304"/>
                    </a:lnTo>
                    <a:cubicBezTo>
                      <a:pt x="1610" y="1304"/>
                      <a:pt x="1688" y="1227"/>
                      <a:pt x="1688" y="1129"/>
                    </a:cubicBezTo>
                    <a:lnTo>
                      <a:pt x="1688" y="174"/>
                    </a:lnTo>
                    <a:cubicBezTo>
                      <a:pt x="1688" y="77"/>
                      <a:pt x="1610" y="0"/>
                      <a:pt x="15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Google Shape;2583;p69"/>
              <p:cNvSpPr/>
              <p:nvPr/>
            </p:nvSpPr>
            <p:spPr>
              <a:xfrm>
                <a:off x="4156710" y="4370558"/>
                <a:ext cx="190680" cy="150325"/>
              </a:xfrm>
              <a:custGeom>
                <a:avLst/>
                <a:gdLst/>
                <a:ahLst/>
                <a:cxnLst/>
                <a:rect l="l" t="t" r="r" b="b"/>
                <a:pathLst>
                  <a:path w="5448" h="4295" extrusionOk="0">
                    <a:moveTo>
                      <a:pt x="700" y="0"/>
                    </a:moveTo>
                    <a:cubicBezTo>
                      <a:pt x="314" y="0"/>
                      <a:pt x="0" y="318"/>
                      <a:pt x="0" y="705"/>
                    </a:cubicBezTo>
                    <a:lnTo>
                      <a:pt x="329" y="705"/>
                    </a:lnTo>
                    <a:cubicBezTo>
                      <a:pt x="329" y="500"/>
                      <a:pt x="496" y="334"/>
                      <a:pt x="700" y="334"/>
                    </a:cubicBezTo>
                    <a:lnTo>
                      <a:pt x="4748" y="334"/>
                    </a:lnTo>
                    <a:cubicBezTo>
                      <a:pt x="4953" y="334"/>
                      <a:pt x="5119" y="500"/>
                      <a:pt x="5119" y="705"/>
                    </a:cubicBezTo>
                    <a:lnTo>
                      <a:pt x="5119" y="3595"/>
                    </a:lnTo>
                    <a:cubicBezTo>
                      <a:pt x="5119" y="3800"/>
                      <a:pt x="4953" y="3966"/>
                      <a:pt x="4748" y="3966"/>
                    </a:cubicBezTo>
                    <a:lnTo>
                      <a:pt x="3769" y="3966"/>
                    </a:lnTo>
                    <a:lnTo>
                      <a:pt x="3769" y="4295"/>
                    </a:lnTo>
                    <a:lnTo>
                      <a:pt x="4748" y="4295"/>
                    </a:lnTo>
                    <a:cubicBezTo>
                      <a:pt x="5134" y="4295"/>
                      <a:pt x="5448" y="3982"/>
                      <a:pt x="5448" y="3595"/>
                    </a:cubicBezTo>
                    <a:lnTo>
                      <a:pt x="5448" y="705"/>
                    </a:lnTo>
                    <a:cubicBezTo>
                      <a:pt x="5448" y="318"/>
                      <a:pt x="5134" y="0"/>
                      <a:pt x="47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Google Shape;2584;p69"/>
              <p:cNvSpPr/>
              <p:nvPr/>
            </p:nvSpPr>
            <p:spPr>
              <a:xfrm>
                <a:off x="4155765" y="4407239"/>
                <a:ext cx="111755" cy="111755"/>
              </a:xfrm>
              <a:custGeom>
                <a:avLst/>
                <a:gdLst/>
                <a:ahLst/>
                <a:cxnLst/>
                <a:rect l="l" t="t" r="r" b="b"/>
                <a:pathLst>
                  <a:path w="3193" h="3193" extrusionOk="0">
                    <a:moveTo>
                      <a:pt x="0" y="1"/>
                    </a:moveTo>
                    <a:lnTo>
                      <a:pt x="0" y="477"/>
                    </a:lnTo>
                    <a:cubicBezTo>
                      <a:pt x="1498" y="477"/>
                      <a:pt x="2716" y="1695"/>
                      <a:pt x="2716" y="3193"/>
                    </a:cubicBezTo>
                    <a:lnTo>
                      <a:pt x="3192" y="3193"/>
                    </a:lnTo>
                    <a:cubicBezTo>
                      <a:pt x="3192" y="1433"/>
                      <a:pt x="1761" y="1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Google Shape;2585;p69"/>
              <p:cNvSpPr/>
              <p:nvPr/>
            </p:nvSpPr>
            <p:spPr>
              <a:xfrm>
                <a:off x="4155765" y="4445179"/>
                <a:ext cx="73815" cy="73815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2109" extrusionOk="0">
                    <a:moveTo>
                      <a:pt x="0" y="0"/>
                    </a:moveTo>
                    <a:lnTo>
                      <a:pt x="0" y="477"/>
                    </a:lnTo>
                    <a:cubicBezTo>
                      <a:pt x="902" y="477"/>
                      <a:pt x="1632" y="1207"/>
                      <a:pt x="1632" y="2109"/>
                    </a:cubicBezTo>
                    <a:lnTo>
                      <a:pt x="2109" y="2109"/>
                    </a:lnTo>
                    <a:cubicBezTo>
                      <a:pt x="2109" y="945"/>
                      <a:pt x="1164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Google Shape;2586;p69"/>
              <p:cNvSpPr/>
              <p:nvPr/>
            </p:nvSpPr>
            <p:spPr>
              <a:xfrm>
                <a:off x="4155765" y="4487145"/>
                <a:ext cx="31850" cy="31850"/>
              </a:xfrm>
              <a:custGeom>
                <a:avLst/>
                <a:gdLst/>
                <a:ahLst/>
                <a:cxnLst/>
                <a:rect l="l" t="t" r="r" b="b"/>
                <a:pathLst>
                  <a:path w="910" h="910" extrusionOk="0">
                    <a:moveTo>
                      <a:pt x="0" y="1"/>
                    </a:moveTo>
                    <a:lnTo>
                      <a:pt x="0" y="910"/>
                    </a:lnTo>
                    <a:lnTo>
                      <a:pt x="909" y="910"/>
                    </a:lnTo>
                    <a:cubicBezTo>
                      <a:pt x="909" y="407"/>
                      <a:pt x="503" y="1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Google Shape;2587;p69"/>
              <p:cNvSpPr/>
              <p:nvPr/>
            </p:nvSpPr>
            <p:spPr>
              <a:xfrm>
                <a:off x="4471542" y="4367723"/>
                <a:ext cx="68530" cy="6853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958" extrusionOk="0">
                    <a:moveTo>
                      <a:pt x="248" y="1"/>
                    </a:moveTo>
                    <a:cubicBezTo>
                      <a:pt x="113" y="1"/>
                      <a:pt x="1" y="113"/>
                      <a:pt x="1" y="248"/>
                    </a:cubicBezTo>
                    <a:lnTo>
                      <a:pt x="1" y="1710"/>
                    </a:lnTo>
                    <a:cubicBezTo>
                      <a:pt x="1" y="1849"/>
                      <a:pt x="113" y="1958"/>
                      <a:pt x="248" y="1958"/>
                    </a:cubicBezTo>
                    <a:cubicBezTo>
                      <a:pt x="383" y="1958"/>
                      <a:pt x="495" y="1849"/>
                      <a:pt x="495" y="1710"/>
                    </a:cubicBezTo>
                    <a:lnTo>
                      <a:pt x="495" y="496"/>
                    </a:lnTo>
                    <a:lnTo>
                      <a:pt x="1710" y="496"/>
                    </a:lnTo>
                    <a:cubicBezTo>
                      <a:pt x="1845" y="496"/>
                      <a:pt x="1958" y="383"/>
                      <a:pt x="1958" y="248"/>
                    </a:cubicBezTo>
                    <a:cubicBezTo>
                      <a:pt x="1958" y="113"/>
                      <a:pt x="1845" y="1"/>
                      <a:pt x="17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Google Shape;2588;p69"/>
              <p:cNvSpPr/>
              <p:nvPr/>
            </p:nvSpPr>
            <p:spPr>
              <a:xfrm>
                <a:off x="4553164" y="4367723"/>
                <a:ext cx="68705" cy="68530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1958" extrusionOk="0">
                    <a:moveTo>
                      <a:pt x="249" y="1"/>
                    </a:moveTo>
                    <a:cubicBezTo>
                      <a:pt x="113" y="1"/>
                      <a:pt x="1" y="113"/>
                      <a:pt x="1" y="248"/>
                    </a:cubicBezTo>
                    <a:cubicBezTo>
                      <a:pt x="1" y="383"/>
                      <a:pt x="113" y="496"/>
                      <a:pt x="249" y="496"/>
                    </a:cubicBezTo>
                    <a:lnTo>
                      <a:pt x="1467" y="496"/>
                    </a:lnTo>
                    <a:lnTo>
                      <a:pt x="1467" y="1710"/>
                    </a:lnTo>
                    <a:cubicBezTo>
                      <a:pt x="1467" y="1849"/>
                      <a:pt x="1576" y="1958"/>
                      <a:pt x="1715" y="1958"/>
                    </a:cubicBezTo>
                    <a:cubicBezTo>
                      <a:pt x="1851" y="1958"/>
                      <a:pt x="1963" y="1849"/>
                      <a:pt x="1963" y="1710"/>
                    </a:cubicBezTo>
                    <a:lnTo>
                      <a:pt x="1963" y="248"/>
                    </a:lnTo>
                    <a:cubicBezTo>
                      <a:pt x="1963" y="113"/>
                      <a:pt x="1851" y="1"/>
                      <a:pt x="17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Google Shape;2589;p69"/>
              <p:cNvSpPr/>
              <p:nvPr/>
            </p:nvSpPr>
            <p:spPr>
              <a:xfrm>
                <a:off x="4553164" y="4455190"/>
                <a:ext cx="68705" cy="68565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1959" extrusionOk="0">
                    <a:moveTo>
                      <a:pt x="1715" y="0"/>
                    </a:moveTo>
                    <a:cubicBezTo>
                      <a:pt x="1576" y="0"/>
                      <a:pt x="1467" y="113"/>
                      <a:pt x="1467" y="248"/>
                    </a:cubicBezTo>
                    <a:lnTo>
                      <a:pt x="1467" y="1463"/>
                    </a:lnTo>
                    <a:lnTo>
                      <a:pt x="249" y="1463"/>
                    </a:lnTo>
                    <a:cubicBezTo>
                      <a:pt x="113" y="1463"/>
                      <a:pt x="1" y="1575"/>
                      <a:pt x="1" y="1711"/>
                    </a:cubicBezTo>
                    <a:cubicBezTo>
                      <a:pt x="1" y="1850"/>
                      <a:pt x="113" y="1959"/>
                      <a:pt x="249" y="1959"/>
                    </a:cubicBezTo>
                    <a:lnTo>
                      <a:pt x="1715" y="1959"/>
                    </a:lnTo>
                    <a:cubicBezTo>
                      <a:pt x="1851" y="1959"/>
                      <a:pt x="1963" y="1850"/>
                      <a:pt x="1963" y="1711"/>
                    </a:cubicBezTo>
                    <a:lnTo>
                      <a:pt x="1963" y="248"/>
                    </a:lnTo>
                    <a:cubicBezTo>
                      <a:pt x="1963" y="113"/>
                      <a:pt x="1851" y="0"/>
                      <a:pt x="17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Google Shape;2590;p69"/>
              <p:cNvSpPr/>
              <p:nvPr/>
            </p:nvSpPr>
            <p:spPr>
              <a:xfrm>
                <a:off x="4471542" y="4455190"/>
                <a:ext cx="68530" cy="6856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959" extrusionOk="0">
                    <a:moveTo>
                      <a:pt x="248" y="0"/>
                    </a:moveTo>
                    <a:cubicBezTo>
                      <a:pt x="113" y="0"/>
                      <a:pt x="1" y="113"/>
                      <a:pt x="1" y="248"/>
                    </a:cubicBezTo>
                    <a:lnTo>
                      <a:pt x="1" y="1711"/>
                    </a:lnTo>
                    <a:cubicBezTo>
                      <a:pt x="1" y="1850"/>
                      <a:pt x="113" y="1959"/>
                      <a:pt x="248" y="1959"/>
                    </a:cubicBezTo>
                    <a:lnTo>
                      <a:pt x="1710" y="1959"/>
                    </a:lnTo>
                    <a:cubicBezTo>
                      <a:pt x="1845" y="1959"/>
                      <a:pt x="1958" y="1850"/>
                      <a:pt x="1958" y="1711"/>
                    </a:cubicBezTo>
                    <a:cubicBezTo>
                      <a:pt x="1958" y="1575"/>
                      <a:pt x="1845" y="1463"/>
                      <a:pt x="1710" y="1463"/>
                    </a:cubicBezTo>
                    <a:lnTo>
                      <a:pt x="495" y="1463"/>
                    </a:lnTo>
                    <a:lnTo>
                      <a:pt x="495" y="248"/>
                    </a:lnTo>
                    <a:cubicBezTo>
                      <a:pt x="495" y="113"/>
                      <a:pt x="383" y="0"/>
                      <a:pt x="2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92" name="Google Shape;2592;p69"/>
          <p:cNvGrpSpPr/>
          <p:nvPr/>
        </p:nvGrpSpPr>
        <p:grpSpPr>
          <a:xfrm>
            <a:off x="2316329" y="2077127"/>
            <a:ext cx="646112" cy="646129"/>
            <a:chOff x="2389708" y="2922863"/>
            <a:chExt cx="300378" cy="300385"/>
          </a:xfrm>
        </p:grpSpPr>
        <p:sp>
          <p:nvSpPr>
            <p:cNvPr id="2593" name="Google Shape;2593;p69"/>
            <p:cNvSpPr/>
            <p:nvPr/>
          </p:nvSpPr>
          <p:spPr>
            <a:xfrm>
              <a:off x="2389708" y="2922863"/>
              <a:ext cx="300378" cy="300385"/>
            </a:xfrm>
            <a:custGeom>
              <a:avLst/>
              <a:gdLst/>
              <a:ahLst/>
              <a:cxnLst/>
              <a:rect l="l" t="t" r="r" b="b"/>
              <a:pathLst>
                <a:path w="39680" h="39681" extrusionOk="0">
                  <a:moveTo>
                    <a:pt x="19840" y="1"/>
                  </a:moveTo>
                  <a:cubicBezTo>
                    <a:pt x="8884" y="1"/>
                    <a:pt x="1" y="8884"/>
                    <a:pt x="1" y="19840"/>
                  </a:cubicBezTo>
                  <a:cubicBezTo>
                    <a:pt x="1" y="30797"/>
                    <a:pt x="8884" y="39680"/>
                    <a:pt x="19840" y="39680"/>
                  </a:cubicBezTo>
                  <a:cubicBezTo>
                    <a:pt x="30797" y="39680"/>
                    <a:pt x="39680" y="30797"/>
                    <a:pt x="39680" y="19840"/>
                  </a:cubicBezTo>
                  <a:cubicBezTo>
                    <a:pt x="39680" y="8884"/>
                    <a:pt x="30797" y="1"/>
                    <a:pt x="198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69"/>
            <p:cNvSpPr/>
            <p:nvPr/>
          </p:nvSpPr>
          <p:spPr>
            <a:xfrm>
              <a:off x="2488850" y="3005373"/>
              <a:ext cx="135374" cy="135374"/>
            </a:xfrm>
            <a:custGeom>
              <a:avLst/>
              <a:gdLst/>
              <a:ahLst/>
              <a:cxnLst/>
              <a:rect l="l" t="t" r="r" b="b"/>
              <a:pathLst>
                <a:path w="17883" h="17883" extrusionOk="0">
                  <a:moveTo>
                    <a:pt x="0" y="1"/>
                  </a:moveTo>
                  <a:lnTo>
                    <a:pt x="0" y="17882"/>
                  </a:lnTo>
                  <a:lnTo>
                    <a:pt x="17883" y="894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4DF93C0-F88E-4409-B2E6-377E470476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1277" y="781007"/>
            <a:ext cx="4478988" cy="352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624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7" name="Google Shape;2547;p69"/>
          <p:cNvSpPr txBox="1">
            <a:spLocks noGrp="1"/>
          </p:cNvSpPr>
          <p:nvPr>
            <p:ph type="title"/>
          </p:nvPr>
        </p:nvSpPr>
        <p:spPr>
          <a:xfrm>
            <a:off x="5537000" y="1005840"/>
            <a:ext cx="3165040" cy="96537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Заучивание</a:t>
            </a:r>
            <a:endParaRPr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548" name="Google Shape;2548;p69"/>
          <p:cNvSpPr txBox="1">
            <a:spLocks noGrp="1"/>
          </p:cNvSpPr>
          <p:nvPr>
            <p:ph type="subTitle" idx="1"/>
          </p:nvPr>
        </p:nvSpPr>
        <p:spPr>
          <a:xfrm>
            <a:off x="5537000" y="2215050"/>
            <a:ext cx="2894100" cy="130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Тест из 4 вариантов ответ</a:t>
            </a:r>
          </a:p>
        </p:txBody>
      </p:sp>
      <p:grpSp>
        <p:nvGrpSpPr>
          <p:cNvPr id="2550" name="Google Shape;2550;p69"/>
          <p:cNvGrpSpPr/>
          <p:nvPr/>
        </p:nvGrpSpPr>
        <p:grpSpPr>
          <a:xfrm>
            <a:off x="983343" y="3508828"/>
            <a:ext cx="3311448" cy="326519"/>
            <a:chOff x="4841943" y="3886997"/>
            <a:chExt cx="3311448" cy="326519"/>
          </a:xfrm>
        </p:grpSpPr>
        <p:grpSp>
          <p:nvGrpSpPr>
            <p:cNvPr id="2551" name="Google Shape;2551;p69"/>
            <p:cNvGrpSpPr/>
            <p:nvPr/>
          </p:nvGrpSpPr>
          <p:grpSpPr>
            <a:xfrm>
              <a:off x="4841949" y="3886997"/>
              <a:ext cx="3311442" cy="95507"/>
              <a:chOff x="5238562" y="4064338"/>
              <a:chExt cx="2868043" cy="82719"/>
            </a:xfrm>
          </p:grpSpPr>
          <p:sp>
            <p:nvSpPr>
              <p:cNvPr id="2552" name="Google Shape;2552;p69"/>
              <p:cNvSpPr/>
              <p:nvPr/>
            </p:nvSpPr>
            <p:spPr>
              <a:xfrm>
                <a:off x="5238825" y="4091082"/>
                <a:ext cx="2867780" cy="29230"/>
              </a:xfrm>
              <a:custGeom>
                <a:avLst/>
                <a:gdLst/>
                <a:ahLst/>
                <a:cxnLst/>
                <a:rect l="l" t="t" r="r" b="b"/>
                <a:pathLst>
                  <a:path w="214976" h="1150" extrusionOk="0">
                    <a:moveTo>
                      <a:pt x="0" y="1"/>
                    </a:moveTo>
                    <a:lnTo>
                      <a:pt x="0" y="1149"/>
                    </a:lnTo>
                    <a:lnTo>
                      <a:pt x="214975" y="1149"/>
                    </a:lnTo>
                    <a:lnTo>
                      <a:pt x="21497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Google Shape;2553;p69"/>
              <p:cNvSpPr/>
              <p:nvPr/>
            </p:nvSpPr>
            <p:spPr>
              <a:xfrm>
                <a:off x="5238562" y="4091092"/>
                <a:ext cx="1052366" cy="29216"/>
              </a:xfrm>
              <a:custGeom>
                <a:avLst/>
                <a:gdLst/>
                <a:ahLst/>
                <a:cxnLst/>
                <a:rect l="l" t="t" r="r" b="b"/>
                <a:pathLst>
                  <a:path w="109110" h="1150" extrusionOk="0">
                    <a:moveTo>
                      <a:pt x="0" y="1"/>
                    </a:moveTo>
                    <a:lnTo>
                      <a:pt x="0" y="1149"/>
                    </a:lnTo>
                    <a:lnTo>
                      <a:pt x="109109" y="1149"/>
                    </a:lnTo>
                    <a:lnTo>
                      <a:pt x="10910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Google Shape;2554;p69"/>
              <p:cNvSpPr/>
              <p:nvPr/>
            </p:nvSpPr>
            <p:spPr>
              <a:xfrm>
                <a:off x="6244244" y="4064338"/>
                <a:ext cx="82693" cy="82719"/>
              </a:xfrm>
              <a:custGeom>
                <a:avLst/>
                <a:gdLst/>
                <a:ahLst/>
                <a:cxnLst/>
                <a:rect l="l" t="t" r="r" b="b"/>
                <a:pathLst>
                  <a:path w="3255" h="3256" extrusionOk="0">
                    <a:moveTo>
                      <a:pt x="1625" y="1"/>
                    </a:moveTo>
                    <a:cubicBezTo>
                      <a:pt x="728" y="1"/>
                      <a:pt x="1" y="729"/>
                      <a:pt x="1" y="1626"/>
                    </a:cubicBezTo>
                    <a:cubicBezTo>
                      <a:pt x="1" y="2527"/>
                      <a:pt x="728" y="3255"/>
                      <a:pt x="1625" y="3255"/>
                    </a:cubicBezTo>
                    <a:cubicBezTo>
                      <a:pt x="2527" y="3255"/>
                      <a:pt x="3254" y="2527"/>
                      <a:pt x="3254" y="1626"/>
                    </a:cubicBezTo>
                    <a:cubicBezTo>
                      <a:pt x="3254" y="729"/>
                      <a:pt x="2527" y="1"/>
                      <a:pt x="162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55" name="Google Shape;2555;p69"/>
            <p:cNvGrpSpPr/>
            <p:nvPr/>
          </p:nvGrpSpPr>
          <p:grpSpPr>
            <a:xfrm>
              <a:off x="4841943" y="4088524"/>
              <a:ext cx="1580463" cy="119299"/>
              <a:chOff x="950116" y="4374618"/>
              <a:chExt cx="1885769" cy="142345"/>
            </a:xfrm>
          </p:grpSpPr>
          <p:sp>
            <p:nvSpPr>
              <p:cNvPr id="2556" name="Google Shape;2556;p69"/>
              <p:cNvSpPr/>
              <p:nvPr/>
            </p:nvSpPr>
            <p:spPr>
              <a:xfrm>
                <a:off x="950116" y="4382213"/>
                <a:ext cx="127190" cy="127190"/>
              </a:xfrm>
              <a:custGeom>
                <a:avLst/>
                <a:gdLst/>
                <a:ahLst/>
                <a:cxnLst/>
                <a:rect l="l" t="t" r="r" b="b"/>
                <a:pathLst>
                  <a:path w="3634" h="3634" extrusionOk="0">
                    <a:moveTo>
                      <a:pt x="1" y="1"/>
                    </a:moveTo>
                    <a:lnTo>
                      <a:pt x="1" y="3633"/>
                    </a:lnTo>
                    <a:lnTo>
                      <a:pt x="3634" y="181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Google Shape;2557;p69"/>
              <p:cNvSpPr/>
              <p:nvPr/>
            </p:nvSpPr>
            <p:spPr>
              <a:xfrm>
                <a:off x="1239222" y="4399819"/>
                <a:ext cx="91980" cy="91945"/>
              </a:xfrm>
              <a:custGeom>
                <a:avLst/>
                <a:gdLst/>
                <a:ahLst/>
                <a:cxnLst/>
                <a:rect l="l" t="t" r="r" b="b"/>
                <a:pathLst>
                  <a:path w="2628" h="2627" extrusionOk="0">
                    <a:moveTo>
                      <a:pt x="1" y="0"/>
                    </a:moveTo>
                    <a:lnTo>
                      <a:pt x="1" y="2627"/>
                    </a:lnTo>
                    <a:lnTo>
                      <a:pt x="2628" y="131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Google Shape;2558;p69"/>
              <p:cNvSpPr/>
              <p:nvPr/>
            </p:nvSpPr>
            <p:spPr>
              <a:xfrm>
                <a:off x="1335509" y="4399819"/>
                <a:ext cx="11830" cy="91945"/>
              </a:xfrm>
              <a:custGeom>
                <a:avLst/>
                <a:gdLst/>
                <a:ahLst/>
                <a:cxnLst/>
                <a:rect l="l" t="t" r="r" b="b"/>
                <a:pathLst>
                  <a:path w="338" h="2627" extrusionOk="0">
                    <a:moveTo>
                      <a:pt x="0" y="0"/>
                    </a:moveTo>
                    <a:lnTo>
                      <a:pt x="0" y="2627"/>
                    </a:lnTo>
                    <a:lnTo>
                      <a:pt x="337" y="2627"/>
                    </a:lnTo>
                    <a:lnTo>
                      <a:pt x="3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Google Shape;2559;p69"/>
              <p:cNvSpPr/>
              <p:nvPr/>
            </p:nvSpPr>
            <p:spPr>
              <a:xfrm>
                <a:off x="1509218" y="4374618"/>
                <a:ext cx="96355" cy="142345"/>
              </a:xfrm>
              <a:custGeom>
                <a:avLst/>
                <a:gdLst/>
                <a:ahLst/>
                <a:cxnLst/>
                <a:rect l="l" t="t" r="r" b="b"/>
                <a:pathLst>
                  <a:path w="2753" h="4067" extrusionOk="0">
                    <a:moveTo>
                      <a:pt x="2752" y="1"/>
                    </a:moveTo>
                    <a:lnTo>
                      <a:pt x="1" y="2032"/>
                    </a:lnTo>
                    <a:lnTo>
                      <a:pt x="2752" y="4066"/>
                    </a:lnTo>
                    <a:lnTo>
                      <a:pt x="275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Google Shape;2560;p69"/>
              <p:cNvSpPr/>
              <p:nvPr/>
            </p:nvSpPr>
            <p:spPr>
              <a:xfrm>
                <a:off x="1509218" y="4410494"/>
                <a:ext cx="48545" cy="70455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2013" extrusionOk="0">
                    <a:moveTo>
                      <a:pt x="1" y="1"/>
                    </a:moveTo>
                    <a:lnTo>
                      <a:pt x="1" y="2013"/>
                    </a:lnTo>
                    <a:lnTo>
                      <a:pt x="1386" y="2013"/>
                    </a:lnTo>
                    <a:lnTo>
                      <a:pt x="138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Google Shape;2561;p69"/>
              <p:cNvSpPr/>
              <p:nvPr/>
            </p:nvSpPr>
            <p:spPr>
              <a:xfrm>
                <a:off x="1619855" y="4378013"/>
                <a:ext cx="54880" cy="135450"/>
              </a:xfrm>
              <a:custGeom>
                <a:avLst/>
                <a:gdLst/>
                <a:ahLst/>
                <a:cxnLst/>
                <a:rect l="l" t="t" r="r" b="b"/>
                <a:pathLst>
                  <a:path w="1568" h="3870" extrusionOk="0">
                    <a:moveTo>
                      <a:pt x="1" y="0"/>
                    </a:moveTo>
                    <a:lnTo>
                      <a:pt x="1" y="426"/>
                    </a:lnTo>
                    <a:cubicBezTo>
                      <a:pt x="666" y="604"/>
                      <a:pt x="1161" y="1212"/>
                      <a:pt x="1161" y="1935"/>
                    </a:cubicBezTo>
                    <a:cubicBezTo>
                      <a:pt x="1161" y="2658"/>
                      <a:pt x="666" y="3266"/>
                      <a:pt x="1" y="3448"/>
                    </a:cubicBezTo>
                    <a:lnTo>
                      <a:pt x="1" y="3869"/>
                    </a:lnTo>
                    <a:cubicBezTo>
                      <a:pt x="895" y="3680"/>
                      <a:pt x="1568" y="2887"/>
                      <a:pt x="1568" y="1935"/>
                    </a:cubicBezTo>
                    <a:cubicBezTo>
                      <a:pt x="1568" y="983"/>
                      <a:pt x="895" y="19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Google Shape;2562;p69"/>
              <p:cNvSpPr/>
              <p:nvPr/>
            </p:nvSpPr>
            <p:spPr>
              <a:xfrm>
                <a:off x="1619855" y="4411859"/>
                <a:ext cx="27545" cy="67725"/>
              </a:xfrm>
              <a:custGeom>
                <a:avLst/>
                <a:gdLst/>
                <a:ahLst/>
                <a:cxnLst/>
                <a:rect l="l" t="t" r="r" b="b"/>
                <a:pathLst>
                  <a:path w="787" h="1935" extrusionOk="0">
                    <a:moveTo>
                      <a:pt x="1" y="1"/>
                    </a:moveTo>
                    <a:lnTo>
                      <a:pt x="1" y="1935"/>
                    </a:lnTo>
                    <a:cubicBezTo>
                      <a:pt x="450" y="1842"/>
                      <a:pt x="786" y="1444"/>
                      <a:pt x="786" y="968"/>
                    </a:cubicBezTo>
                    <a:cubicBezTo>
                      <a:pt x="786" y="492"/>
                      <a:pt x="450" y="97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Google Shape;2563;p69"/>
              <p:cNvSpPr/>
              <p:nvPr/>
            </p:nvSpPr>
            <p:spPr>
              <a:xfrm>
                <a:off x="1708302" y="4429849"/>
                <a:ext cx="397845" cy="31745"/>
              </a:xfrm>
              <a:custGeom>
                <a:avLst/>
                <a:gdLst/>
                <a:ahLst/>
                <a:cxnLst/>
                <a:rect l="l" t="t" r="r" b="b"/>
                <a:pathLst>
                  <a:path w="11367" h="907" extrusionOk="0">
                    <a:moveTo>
                      <a:pt x="0" y="1"/>
                    </a:moveTo>
                    <a:lnTo>
                      <a:pt x="0" y="906"/>
                    </a:lnTo>
                    <a:lnTo>
                      <a:pt x="11367" y="906"/>
                    </a:lnTo>
                    <a:lnTo>
                      <a:pt x="1136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Google Shape;2564;p69"/>
              <p:cNvSpPr/>
              <p:nvPr/>
            </p:nvSpPr>
            <p:spPr>
              <a:xfrm>
                <a:off x="2061320" y="4400904"/>
                <a:ext cx="89670" cy="89670"/>
              </a:xfrm>
              <a:custGeom>
                <a:avLst/>
                <a:gdLst/>
                <a:ahLst/>
                <a:cxnLst/>
                <a:rect l="l" t="t" r="r" b="b"/>
                <a:pathLst>
                  <a:path w="2562" h="2562" extrusionOk="0">
                    <a:moveTo>
                      <a:pt x="1281" y="1"/>
                    </a:moveTo>
                    <a:cubicBezTo>
                      <a:pt x="573" y="1"/>
                      <a:pt x="1" y="576"/>
                      <a:pt x="1" y="1281"/>
                    </a:cubicBezTo>
                    <a:cubicBezTo>
                      <a:pt x="1" y="1989"/>
                      <a:pt x="573" y="2562"/>
                      <a:pt x="1281" y="2562"/>
                    </a:cubicBezTo>
                    <a:cubicBezTo>
                      <a:pt x="1989" y="2562"/>
                      <a:pt x="2561" y="1989"/>
                      <a:pt x="2561" y="1281"/>
                    </a:cubicBezTo>
                    <a:cubicBezTo>
                      <a:pt x="2561" y="576"/>
                      <a:pt x="1989" y="1"/>
                      <a:pt x="128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Google Shape;2565;p69"/>
              <p:cNvSpPr/>
              <p:nvPr/>
            </p:nvSpPr>
            <p:spPr>
              <a:xfrm>
                <a:off x="2317245" y="4405769"/>
                <a:ext cx="54740" cy="83300"/>
              </a:xfrm>
              <a:custGeom>
                <a:avLst/>
                <a:gdLst/>
                <a:ahLst/>
                <a:cxnLst/>
                <a:rect l="l" t="t" r="r" b="b"/>
                <a:pathLst>
                  <a:path w="1564" h="2380" extrusionOk="0">
                    <a:moveTo>
                      <a:pt x="786" y="241"/>
                    </a:moveTo>
                    <a:cubicBezTo>
                      <a:pt x="1107" y="241"/>
                      <a:pt x="1250" y="616"/>
                      <a:pt x="1250" y="1180"/>
                    </a:cubicBezTo>
                    <a:cubicBezTo>
                      <a:pt x="1250" y="1769"/>
                      <a:pt x="1099" y="2140"/>
                      <a:pt x="782" y="2140"/>
                    </a:cubicBezTo>
                    <a:cubicBezTo>
                      <a:pt x="496" y="2140"/>
                      <a:pt x="314" y="1799"/>
                      <a:pt x="314" y="1200"/>
                    </a:cubicBezTo>
                    <a:cubicBezTo>
                      <a:pt x="314" y="573"/>
                      <a:pt x="511" y="241"/>
                      <a:pt x="786" y="241"/>
                    </a:cubicBezTo>
                    <a:close/>
                    <a:moveTo>
                      <a:pt x="801" y="1"/>
                    </a:moveTo>
                    <a:cubicBezTo>
                      <a:pt x="333" y="1"/>
                      <a:pt x="1" y="426"/>
                      <a:pt x="1" y="1196"/>
                    </a:cubicBezTo>
                    <a:cubicBezTo>
                      <a:pt x="8" y="1958"/>
                      <a:pt x="314" y="2380"/>
                      <a:pt x="763" y="2380"/>
                    </a:cubicBezTo>
                    <a:cubicBezTo>
                      <a:pt x="1274" y="2380"/>
                      <a:pt x="1563" y="1946"/>
                      <a:pt x="1563" y="1165"/>
                    </a:cubicBezTo>
                    <a:cubicBezTo>
                      <a:pt x="1563" y="434"/>
                      <a:pt x="1285" y="1"/>
                      <a:pt x="8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Google Shape;2566;p69"/>
              <p:cNvSpPr/>
              <p:nvPr/>
            </p:nvSpPr>
            <p:spPr>
              <a:xfrm>
                <a:off x="2382767" y="4429849"/>
                <a:ext cx="14840" cy="59220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692" extrusionOk="0">
                    <a:moveTo>
                      <a:pt x="214" y="1"/>
                    </a:moveTo>
                    <a:cubicBezTo>
                      <a:pt x="90" y="1"/>
                      <a:pt x="1" y="94"/>
                      <a:pt x="1" y="222"/>
                    </a:cubicBezTo>
                    <a:cubicBezTo>
                      <a:pt x="1" y="345"/>
                      <a:pt x="86" y="442"/>
                      <a:pt x="209" y="442"/>
                    </a:cubicBezTo>
                    <a:cubicBezTo>
                      <a:pt x="341" y="442"/>
                      <a:pt x="423" y="345"/>
                      <a:pt x="423" y="222"/>
                    </a:cubicBezTo>
                    <a:cubicBezTo>
                      <a:pt x="418" y="94"/>
                      <a:pt x="338" y="1"/>
                      <a:pt x="214" y="1"/>
                    </a:cubicBezTo>
                    <a:close/>
                    <a:moveTo>
                      <a:pt x="214" y="1251"/>
                    </a:moveTo>
                    <a:cubicBezTo>
                      <a:pt x="90" y="1251"/>
                      <a:pt x="1" y="1340"/>
                      <a:pt x="1" y="1472"/>
                    </a:cubicBezTo>
                    <a:cubicBezTo>
                      <a:pt x="1" y="1595"/>
                      <a:pt x="86" y="1692"/>
                      <a:pt x="209" y="1692"/>
                    </a:cubicBezTo>
                    <a:cubicBezTo>
                      <a:pt x="341" y="1692"/>
                      <a:pt x="423" y="1595"/>
                      <a:pt x="423" y="1472"/>
                    </a:cubicBezTo>
                    <a:cubicBezTo>
                      <a:pt x="418" y="1340"/>
                      <a:pt x="338" y="1251"/>
                      <a:pt x="214" y="12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Google Shape;2567;p69"/>
              <p:cNvSpPr/>
              <p:nvPr/>
            </p:nvSpPr>
            <p:spPr>
              <a:xfrm>
                <a:off x="2407127" y="4407134"/>
                <a:ext cx="50155" cy="81935"/>
              </a:xfrm>
              <a:custGeom>
                <a:avLst/>
                <a:gdLst/>
                <a:ahLst/>
                <a:cxnLst/>
                <a:rect l="l" t="t" r="r" b="b"/>
                <a:pathLst>
                  <a:path w="1433" h="2341" extrusionOk="0">
                    <a:moveTo>
                      <a:pt x="288" y="0"/>
                    </a:moveTo>
                    <a:lnTo>
                      <a:pt x="136" y="1107"/>
                    </a:lnTo>
                    <a:cubicBezTo>
                      <a:pt x="222" y="1095"/>
                      <a:pt x="326" y="1080"/>
                      <a:pt x="458" y="1080"/>
                    </a:cubicBezTo>
                    <a:cubicBezTo>
                      <a:pt x="915" y="1080"/>
                      <a:pt x="1115" y="1293"/>
                      <a:pt x="1120" y="1591"/>
                    </a:cubicBezTo>
                    <a:cubicBezTo>
                      <a:pt x="1120" y="1900"/>
                      <a:pt x="868" y="2089"/>
                      <a:pt x="574" y="2089"/>
                    </a:cubicBezTo>
                    <a:cubicBezTo>
                      <a:pt x="365" y="2089"/>
                      <a:pt x="175" y="2020"/>
                      <a:pt x="83" y="1962"/>
                    </a:cubicBezTo>
                    <a:lnTo>
                      <a:pt x="1" y="2198"/>
                    </a:lnTo>
                    <a:cubicBezTo>
                      <a:pt x="113" y="2271"/>
                      <a:pt x="326" y="2341"/>
                      <a:pt x="578" y="2341"/>
                    </a:cubicBezTo>
                    <a:cubicBezTo>
                      <a:pt x="1077" y="2341"/>
                      <a:pt x="1433" y="2005"/>
                      <a:pt x="1433" y="1555"/>
                    </a:cubicBezTo>
                    <a:cubicBezTo>
                      <a:pt x="1433" y="1266"/>
                      <a:pt x="1286" y="1068"/>
                      <a:pt x="1104" y="964"/>
                    </a:cubicBezTo>
                    <a:cubicBezTo>
                      <a:pt x="961" y="878"/>
                      <a:pt x="786" y="839"/>
                      <a:pt x="609" y="839"/>
                    </a:cubicBezTo>
                    <a:cubicBezTo>
                      <a:pt x="524" y="839"/>
                      <a:pt x="474" y="848"/>
                      <a:pt x="419" y="855"/>
                    </a:cubicBezTo>
                    <a:lnTo>
                      <a:pt x="508" y="264"/>
                    </a:lnTo>
                    <a:lnTo>
                      <a:pt x="1386" y="264"/>
                    </a:lnTo>
                    <a:lnTo>
                      <a:pt x="138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Google Shape;2568;p69"/>
              <p:cNvSpPr/>
              <p:nvPr/>
            </p:nvSpPr>
            <p:spPr>
              <a:xfrm>
                <a:off x="2469988" y="4405769"/>
                <a:ext cx="54740" cy="83300"/>
              </a:xfrm>
              <a:custGeom>
                <a:avLst/>
                <a:gdLst/>
                <a:ahLst/>
                <a:cxnLst/>
                <a:rect l="l" t="t" r="r" b="b"/>
                <a:pathLst>
                  <a:path w="1564" h="2380" extrusionOk="0">
                    <a:moveTo>
                      <a:pt x="782" y="241"/>
                    </a:moveTo>
                    <a:cubicBezTo>
                      <a:pt x="1107" y="241"/>
                      <a:pt x="1250" y="616"/>
                      <a:pt x="1250" y="1180"/>
                    </a:cubicBezTo>
                    <a:cubicBezTo>
                      <a:pt x="1250" y="1769"/>
                      <a:pt x="1099" y="2140"/>
                      <a:pt x="778" y="2140"/>
                    </a:cubicBezTo>
                    <a:cubicBezTo>
                      <a:pt x="496" y="2140"/>
                      <a:pt x="314" y="1799"/>
                      <a:pt x="314" y="1200"/>
                    </a:cubicBezTo>
                    <a:cubicBezTo>
                      <a:pt x="314" y="573"/>
                      <a:pt x="511" y="241"/>
                      <a:pt x="782" y="241"/>
                    </a:cubicBezTo>
                    <a:close/>
                    <a:moveTo>
                      <a:pt x="801" y="1"/>
                    </a:moveTo>
                    <a:cubicBezTo>
                      <a:pt x="333" y="1"/>
                      <a:pt x="1" y="426"/>
                      <a:pt x="1" y="1196"/>
                    </a:cubicBezTo>
                    <a:cubicBezTo>
                      <a:pt x="8" y="1958"/>
                      <a:pt x="314" y="2380"/>
                      <a:pt x="763" y="2380"/>
                    </a:cubicBezTo>
                    <a:cubicBezTo>
                      <a:pt x="1274" y="2380"/>
                      <a:pt x="1563" y="1946"/>
                      <a:pt x="1563" y="1165"/>
                    </a:cubicBezTo>
                    <a:cubicBezTo>
                      <a:pt x="1563" y="434"/>
                      <a:pt x="1285" y="1"/>
                      <a:pt x="8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Google Shape;2569;p69"/>
              <p:cNvSpPr/>
              <p:nvPr/>
            </p:nvSpPr>
            <p:spPr>
              <a:xfrm>
                <a:off x="2555180" y="4402794"/>
                <a:ext cx="43085" cy="89950"/>
              </a:xfrm>
              <a:custGeom>
                <a:avLst/>
                <a:gdLst/>
                <a:ahLst/>
                <a:cxnLst/>
                <a:rect l="l" t="t" r="r" b="b"/>
                <a:pathLst>
                  <a:path w="1231" h="2570" extrusionOk="0">
                    <a:moveTo>
                      <a:pt x="990" y="1"/>
                    </a:moveTo>
                    <a:lnTo>
                      <a:pt x="0" y="2570"/>
                    </a:lnTo>
                    <a:lnTo>
                      <a:pt x="240" y="2570"/>
                    </a:lnTo>
                    <a:lnTo>
                      <a:pt x="123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Google Shape;2570;p69"/>
              <p:cNvSpPr/>
              <p:nvPr/>
            </p:nvSpPr>
            <p:spPr>
              <a:xfrm>
                <a:off x="2629627" y="4405769"/>
                <a:ext cx="51520" cy="81935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2341" extrusionOk="0">
                    <a:moveTo>
                      <a:pt x="709" y="1"/>
                    </a:moveTo>
                    <a:cubicBezTo>
                      <a:pt x="445" y="1"/>
                      <a:pt x="218" y="101"/>
                      <a:pt x="59" y="237"/>
                    </a:cubicBezTo>
                    <a:lnTo>
                      <a:pt x="156" y="453"/>
                    </a:lnTo>
                    <a:cubicBezTo>
                      <a:pt x="264" y="364"/>
                      <a:pt x="438" y="260"/>
                      <a:pt x="647" y="260"/>
                    </a:cubicBezTo>
                    <a:cubicBezTo>
                      <a:pt x="988" y="260"/>
                      <a:pt x="1104" y="476"/>
                      <a:pt x="1104" y="708"/>
                    </a:cubicBezTo>
                    <a:cubicBezTo>
                      <a:pt x="1100" y="1057"/>
                      <a:pt x="833" y="1355"/>
                      <a:pt x="245" y="1912"/>
                    </a:cubicBezTo>
                    <a:lnTo>
                      <a:pt x="1" y="2151"/>
                    </a:lnTo>
                    <a:lnTo>
                      <a:pt x="1" y="2341"/>
                    </a:lnTo>
                    <a:lnTo>
                      <a:pt x="1471" y="2341"/>
                    </a:lnTo>
                    <a:lnTo>
                      <a:pt x="1471" y="2082"/>
                    </a:lnTo>
                    <a:lnTo>
                      <a:pt x="438" y="2082"/>
                    </a:lnTo>
                    <a:lnTo>
                      <a:pt x="438" y="2074"/>
                    </a:lnTo>
                    <a:lnTo>
                      <a:pt x="620" y="1904"/>
                    </a:lnTo>
                    <a:cubicBezTo>
                      <a:pt x="1107" y="1440"/>
                      <a:pt x="1413" y="1096"/>
                      <a:pt x="1413" y="669"/>
                    </a:cubicBezTo>
                    <a:cubicBezTo>
                      <a:pt x="1413" y="341"/>
                      <a:pt x="1204" y="1"/>
                      <a:pt x="70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Google Shape;2571;p69"/>
              <p:cNvSpPr/>
              <p:nvPr/>
            </p:nvSpPr>
            <p:spPr>
              <a:xfrm>
                <a:off x="2694098" y="4429849"/>
                <a:ext cx="14805" cy="59220"/>
              </a:xfrm>
              <a:custGeom>
                <a:avLst/>
                <a:gdLst/>
                <a:ahLst/>
                <a:cxnLst/>
                <a:rect l="l" t="t" r="r" b="b"/>
                <a:pathLst>
                  <a:path w="423" h="1692" extrusionOk="0">
                    <a:moveTo>
                      <a:pt x="213" y="1"/>
                    </a:moveTo>
                    <a:cubicBezTo>
                      <a:pt x="89" y="1"/>
                      <a:pt x="1" y="94"/>
                      <a:pt x="1" y="222"/>
                    </a:cubicBezTo>
                    <a:cubicBezTo>
                      <a:pt x="1" y="345"/>
                      <a:pt x="85" y="442"/>
                      <a:pt x="210" y="442"/>
                    </a:cubicBezTo>
                    <a:cubicBezTo>
                      <a:pt x="341" y="442"/>
                      <a:pt x="422" y="345"/>
                      <a:pt x="422" y="222"/>
                    </a:cubicBezTo>
                    <a:cubicBezTo>
                      <a:pt x="419" y="94"/>
                      <a:pt x="337" y="1"/>
                      <a:pt x="213" y="1"/>
                    </a:cubicBezTo>
                    <a:close/>
                    <a:moveTo>
                      <a:pt x="213" y="1251"/>
                    </a:moveTo>
                    <a:cubicBezTo>
                      <a:pt x="89" y="1251"/>
                      <a:pt x="1" y="1340"/>
                      <a:pt x="1" y="1472"/>
                    </a:cubicBezTo>
                    <a:cubicBezTo>
                      <a:pt x="1" y="1595"/>
                      <a:pt x="85" y="1692"/>
                      <a:pt x="210" y="1692"/>
                    </a:cubicBezTo>
                    <a:cubicBezTo>
                      <a:pt x="341" y="1692"/>
                      <a:pt x="422" y="1595"/>
                      <a:pt x="422" y="1472"/>
                    </a:cubicBezTo>
                    <a:cubicBezTo>
                      <a:pt x="419" y="1340"/>
                      <a:pt x="337" y="1251"/>
                      <a:pt x="213" y="12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Google Shape;2572;p69"/>
              <p:cNvSpPr/>
              <p:nvPr/>
            </p:nvSpPr>
            <p:spPr>
              <a:xfrm>
                <a:off x="2718494" y="4407134"/>
                <a:ext cx="50085" cy="81935"/>
              </a:xfrm>
              <a:custGeom>
                <a:avLst/>
                <a:gdLst/>
                <a:ahLst/>
                <a:cxnLst/>
                <a:rect l="l" t="t" r="r" b="b"/>
                <a:pathLst>
                  <a:path w="1431" h="2341" extrusionOk="0">
                    <a:moveTo>
                      <a:pt x="282" y="0"/>
                    </a:moveTo>
                    <a:lnTo>
                      <a:pt x="135" y="1107"/>
                    </a:lnTo>
                    <a:cubicBezTo>
                      <a:pt x="220" y="1095"/>
                      <a:pt x="320" y="1080"/>
                      <a:pt x="452" y="1080"/>
                    </a:cubicBezTo>
                    <a:cubicBezTo>
                      <a:pt x="913" y="1080"/>
                      <a:pt x="1110" y="1293"/>
                      <a:pt x="1114" y="1591"/>
                    </a:cubicBezTo>
                    <a:cubicBezTo>
                      <a:pt x="1114" y="1900"/>
                      <a:pt x="863" y="2089"/>
                      <a:pt x="568" y="2089"/>
                    </a:cubicBezTo>
                    <a:cubicBezTo>
                      <a:pt x="359" y="2089"/>
                      <a:pt x="174" y="2020"/>
                      <a:pt x="77" y="1962"/>
                    </a:cubicBezTo>
                    <a:lnTo>
                      <a:pt x="0" y="2198"/>
                    </a:lnTo>
                    <a:cubicBezTo>
                      <a:pt x="108" y="2271"/>
                      <a:pt x="320" y="2341"/>
                      <a:pt x="572" y="2341"/>
                    </a:cubicBezTo>
                    <a:cubicBezTo>
                      <a:pt x="1072" y="2341"/>
                      <a:pt x="1431" y="2005"/>
                      <a:pt x="1431" y="1555"/>
                    </a:cubicBezTo>
                    <a:cubicBezTo>
                      <a:pt x="1431" y="1266"/>
                      <a:pt x="1281" y="1068"/>
                      <a:pt x="1099" y="964"/>
                    </a:cubicBezTo>
                    <a:cubicBezTo>
                      <a:pt x="959" y="878"/>
                      <a:pt x="781" y="839"/>
                      <a:pt x="604" y="839"/>
                    </a:cubicBezTo>
                    <a:cubicBezTo>
                      <a:pt x="518" y="839"/>
                      <a:pt x="472" y="848"/>
                      <a:pt x="418" y="855"/>
                    </a:cubicBezTo>
                    <a:lnTo>
                      <a:pt x="506" y="264"/>
                    </a:lnTo>
                    <a:lnTo>
                      <a:pt x="1385" y="264"/>
                    </a:lnTo>
                    <a:lnTo>
                      <a:pt x="13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Google Shape;2573;p69"/>
              <p:cNvSpPr/>
              <p:nvPr/>
            </p:nvSpPr>
            <p:spPr>
              <a:xfrm>
                <a:off x="2781285" y="4405769"/>
                <a:ext cx="54600" cy="83300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2380" extrusionOk="0">
                    <a:moveTo>
                      <a:pt x="783" y="241"/>
                    </a:moveTo>
                    <a:cubicBezTo>
                      <a:pt x="1103" y="241"/>
                      <a:pt x="1251" y="616"/>
                      <a:pt x="1251" y="1180"/>
                    </a:cubicBezTo>
                    <a:cubicBezTo>
                      <a:pt x="1251" y="1769"/>
                      <a:pt x="1096" y="2140"/>
                      <a:pt x="778" y="2140"/>
                    </a:cubicBezTo>
                    <a:cubicBezTo>
                      <a:pt x="496" y="2140"/>
                      <a:pt x="310" y="1799"/>
                      <a:pt x="310" y="1200"/>
                    </a:cubicBezTo>
                    <a:cubicBezTo>
                      <a:pt x="310" y="573"/>
                      <a:pt x="508" y="241"/>
                      <a:pt x="783" y="241"/>
                    </a:cubicBezTo>
                    <a:close/>
                    <a:moveTo>
                      <a:pt x="798" y="1"/>
                    </a:moveTo>
                    <a:cubicBezTo>
                      <a:pt x="333" y="1"/>
                      <a:pt x="1" y="426"/>
                      <a:pt x="1" y="1196"/>
                    </a:cubicBezTo>
                    <a:cubicBezTo>
                      <a:pt x="8" y="1958"/>
                      <a:pt x="310" y="2380"/>
                      <a:pt x="760" y="2380"/>
                    </a:cubicBezTo>
                    <a:cubicBezTo>
                      <a:pt x="1270" y="2380"/>
                      <a:pt x="1560" y="1946"/>
                      <a:pt x="1560" y="1165"/>
                    </a:cubicBezTo>
                    <a:cubicBezTo>
                      <a:pt x="1560" y="434"/>
                      <a:pt x="1285" y="1"/>
                      <a:pt x="79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74" name="Google Shape;2574;p69"/>
            <p:cNvGrpSpPr/>
            <p:nvPr/>
          </p:nvGrpSpPr>
          <p:grpSpPr>
            <a:xfrm>
              <a:off x="6740408" y="4082745"/>
              <a:ext cx="1412936" cy="130770"/>
              <a:chOff x="2935989" y="4367723"/>
              <a:chExt cx="1685879" cy="156032"/>
            </a:xfrm>
          </p:grpSpPr>
          <p:sp>
            <p:nvSpPr>
              <p:cNvPr id="2575" name="Google Shape;2575;p69"/>
              <p:cNvSpPr/>
              <p:nvPr/>
            </p:nvSpPr>
            <p:spPr>
              <a:xfrm>
                <a:off x="2935989" y="4376368"/>
                <a:ext cx="179165" cy="138705"/>
              </a:xfrm>
              <a:custGeom>
                <a:avLst/>
                <a:gdLst/>
                <a:ahLst/>
                <a:cxnLst/>
                <a:rect l="l" t="t" r="r" b="b"/>
                <a:pathLst>
                  <a:path w="5119" h="3963" extrusionOk="0">
                    <a:moveTo>
                      <a:pt x="1323" y="1761"/>
                    </a:moveTo>
                    <a:lnTo>
                      <a:pt x="1323" y="2202"/>
                    </a:lnTo>
                    <a:lnTo>
                      <a:pt x="495" y="2202"/>
                    </a:lnTo>
                    <a:lnTo>
                      <a:pt x="495" y="1761"/>
                    </a:lnTo>
                    <a:close/>
                    <a:moveTo>
                      <a:pt x="4515" y="1761"/>
                    </a:moveTo>
                    <a:lnTo>
                      <a:pt x="4515" y="2202"/>
                    </a:lnTo>
                    <a:lnTo>
                      <a:pt x="1872" y="2202"/>
                    </a:lnTo>
                    <a:lnTo>
                      <a:pt x="1872" y="1761"/>
                    </a:lnTo>
                    <a:close/>
                    <a:moveTo>
                      <a:pt x="3191" y="2698"/>
                    </a:moveTo>
                    <a:lnTo>
                      <a:pt x="3191" y="3139"/>
                    </a:lnTo>
                    <a:lnTo>
                      <a:pt x="549" y="3139"/>
                    </a:lnTo>
                    <a:lnTo>
                      <a:pt x="549" y="2698"/>
                    </a:lnTo>
                    <a:close/>
                    <a:moveTo>
                      <a:pt x="4569" y="2698"/>
                    </a:moveTo>
                    <a:lnTo>
                      <a:pt x="4569" y="3139"/>
                    </a:lnTo>
                    <a:lnTo>
                      <a:pt x="3745" y="3139"/>
                    </a:lnTo>
                    <a:lnTo>
                      <a:pt x="3745" y="2698"/>
                    </a:lnTo>
                    <a:close/>
                    <a:moveTo>
                      <a:pt x="538" y="1"/>
                    </a:moveTo>
                    <a:cubicBezTo>
                      <a:pt x="240" y="1"/>
                      <a:pt x="0" y="241"/>
                      <a:pt x="0" y="539"/>
                    </a:cubicBezTo>
                    <a:lnTo>
                      <a:pt x="0" y="3429"/>
                    </a:lnTo>
                    <a:cubicBezTo>
                      <a:pt x="0" y="3723"/>
                      <a:pt x="240" y="3963"/>
                      <a:pt x="538" y="3963"/>
                    </a:cubicBezTo>
                    <a:lnTo>
                      <a:pt x="4584" y="3963"/>
                    </a:lnTo>
                    <a:cubicBezTo>
                      <a:pt x="4878" y="3963"/>
                      <a:pt x="5118" y="3723"/>
                      <a:pt x="5118" y="3429"/>
                    </a:cubicBezTo>
                    <a:lnTo>
                      <a:pt x="5118" y="539"/>
                    </a:lnTo>
                    <a:cubicBezTo>
                      <a:pt x="5118" y="241"/>
                      <a:pt x="4878" y="1"/>
                      <a:pt x="458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Google Shape;2576;p69"/>
              <p:cNvSpPr/>
              <p:nvPr/>
            </p:nvSpPr>
            <p:spPr>
              <a:xfrm>
                <a:off x="3835089" y="4383858"/>
                <a:ext cx="196525" cy="123760"/>
              </a:xfrm>
              <a:custGeom>
                <a:avLst/>
                <a:gdLst/>
                <a:ahLst/>
                <a:cxnLst/>
                <a:rect l="l" t="t" r="r" b="b"/>
                <a:pathLst>
                  <a:path w="5615" h="3536" extrusionOk="0">
                    <a:moveTo>
                      <a:pt x="5119" y="495"/>
                    </a:moveTo>
                    <a:lnTo>
                      <a:pt x="5119" y="3041"/>
                    </a:lnTo>
                    <a:lnTo>
                      <a:pt x="496" y="3041"/>
                    </a:lnTo>
                    <a:lnTo>
                      <a:pt x="496" y="495"/>
                    </a:lnTo>
                    <a:close/>
                    <a:moveTo>
                      <a:pt x="248" y="0"/>
                    </a:moveTo>
                    <a:cubicBezTo>
                      <a:pt x="109" y="0"/>
                      <a:pt x="0" y="112"/>
                      <a:pt x="0" y="247"/>
                    </a:cubicBezTo>
                    <a:lnTo>
                      <a:pt x="0" y="3288"/>
                    </a:lnTo>
                    <a:cubicBezTo>
                      <a:pt x="0" y="3424"/>
                      <a:pt x="109" y="3536"/>
                      <a:pt x="248" y="3536"/>
                    </a:cubicBezTo>
                    <a:lnTo>
                      <a:pt x="5367" y="3536"/>
                    </a:lnTo>
                    <a:cubicBezTo>
                      <a:pt x="5502" y="3536"/>
                      <a:pt x="5614" y="3424"/>
                      <a:pt x="5614" y="3288"/>
                    </a:cubicBezTo>
                    <a:lnTo>
                      <a:pt x="5614" y="247"/>
                    </a:lnTo>
                    <a:cubicBezTo>
                      <a:pt x="5614" y="112"/>
                      <a:pt x="5502" y="0"/>
                      <a:pt x="53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Google Shape;2577;p69"/>
              <p:cNvSpPr/>
              <p:nvPr/>
            </p:nvSpPr>
            <p:spPr>
              <a:xfrm>
                <a:off x="3239271" y="4379378"/>
                <a:ext cx="129115" cy="132720"/>
              </a:xfrm>
              <a:custGeom>
                <a:avLst/>
                <a:gdLst/>
                <a:ahLst/>
                <a:cxnLst/>
                <a:rect l="l" t="t" r="r" b="b"/>
                <a:pathLst>
                  <a:path w="3689" h="3792" extrusionOk="0">
                    <a:moveTo>
                      <a:pt x="1847" y="1173"/>
                    </a:moveTo>
                    <a:cubicBezTo>
                      <a:pt x="2245" y="1173"/>
                      <a:pt x="2570" y="1498"/>
                      <a:pt x="2570" y="1896"/>
                    </a:cubicBezTo>
                    <a:cubicBezTo>
                      <a:pt x="2570" y="2298"/>
                      <a:pt x="2245" y="2619"/>
                      <a:pt x="1847" y="2619"/>
                    </a:cubicBezTo>
                    <a:cubicBezTo>
                      <a:pt x="1444" y="2619"/>
                      <a:pt x="1119" y="2298"/>
                      <a:pt x="1119" y="1896"/>
                    </a:cubicBezTo>
                    <a:cubicBezTo>
                      <a:pt x="1119" y="1498"/>
                      <a:pt x="1444" y="1173"/>
                      <a:pt x="1847" y="1173"/>
                    </a:cubicBezTo>
                    <a:close/>
                    <a:moveTo>
                      <a:pt x="1336" y="0"/>
                    </a:moveTo>
                    <a:lnTo>
                      <a:pt x="1258" y="766"/>
                    </a:lnTo>
                    <a:lnTo>
                      <a:pt x="589" y="391"/>
                    </a:lnTo>
                    <a:lnTo>
                      <a:pt x="1" y="1223"/>
                    </a:lnTo>
                    <a:lnTo>
                      <a:pt x="783" y="1896"/>
                    </a:lnTo>
                    <a:lnTo>
                      <a:pt x="1" y="2569"/>
                    </a:lnTo>
                    <a:lnTo>
                      <a:pt x="589" y="3405"/>
                    </a:lnTo>
                    <a:lnTo>
                      <a:pt x="1258" y="3025"/>
                    </a:lnTo>
                    <a:lnTo>
                      <a:pt x="1336" y="3791"/>
                    </a:lnTo>
                    <a:lnTo>
                      <a:pt x="2353" y="3791"/>
                    </a:lnTo>
                    <a:lnTo>
                      <a:pt x="2431" y="3025"/>
                    </a:lnTo>
                    <a:lnTo>
                      <a:pt x="3100" y="3405"/>
                    </a:lnTo>
                    <a:lnTo>
                      <a:pt x="3688" y="2569"/>
                    </a:lnTo>
                    <a:lnTo>
                      <a:pt x="2910" y="1896"/>
                    </a:lnTo>
                    <a:lnTo>
                      <a:pt x="3688" y="1223"/>
                    </a:lnTo>
                    <a:lnTo>
                      <a:pt x="3100" y="391"/>
                    </a:lnTo>
                    <a:lnTo>
                      <a:pt x="2431" y="766"/>
                    </a:lnTo>
                    <a:lnTo>
                      <a:pt x="235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Google Shape;2578;p69"/>
              <p:cNvSpPr/>
              <p:nvPr/>
            </p:nvSpPr>
            <p:spPr>
              <a:xfrm>
                <a:off x="3313227" y="4379378"/>
                <a:ext cx="82880" cy="58660"/>
              </a:xfrm>
              <a:custGeom>
                <a:avLst/>
                <a:gdLst/>
                <a:ahLst/>
                <a:cxnLst/>
                <a:rect l="l" t="t" r="r" b="b"/>
                <a:pathLst>
                  <a:path w="2368" h="1676" extrusionOk="0">
                    <a:moveTo>
                      <a:pt x="0" y="0"/>
                    </a:moveTo>
                    <a:lnTo>
                      <a:pt x="0" y="1675"/>
                    </a:lnTo>
                    <a:lnTo>
                      <a:pt x="2368" y="1675"/>
                    </a:lnTo>
                    <a:lnTo>
                      <a:pt x="236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Google Shape;2579;p69"/>
              <p:cNvSpPr/>
              <p:nvPr/>
            </p:nvSpPr>
            <p:spPr>
              <a:xfrm>
                <a:off x="3329468" y="4393588"/>
                <a:ext cx="24535" cy="32935"/>
              </a:xfrm>
              <a:custGeom>
                <a:avLst/>
                <a:gdLst/>
                <a:ahLst/>
                <a:cxnLst/>
                <a:rect l="l" t="t" r="r" b="b"/>
                <a:pathLst>
                  <a:path w="701" h="941" extrusionOk="0">
                    <a:moveTo>
                      <a:pt x="1" y="1"/>
                    </a:moveTo>
                    <a:lnTo>
                      <a:pt x="1" y="940"/>
                    </a:lnTo>
                    <a:lnTo>
                      <a:pt x="124" y="940"/>
                    </a:lnTo>
                    <a:lnTo>
                      <a:pt x="124" y="499"/>
                    </a:lnTo>
                    <a:lnTo>
                      <a:pt x="577" y="499"/>
                    </a:lnTo>
                    <a:lnTo>
                      <a:pt x="577" y="940"/>
                    </a:lnTo>
                    <a:lnTo>
                      <a:pt x="701" y="940"/>
                    </a:lnTo>
                    <a:lnTo>
                      <a:pt x="701" y="1"/>
                    </a:lnTo>
                    <a:lnTo>
                      <a:pt x="577" y="1"/>
                    </a:lnTo>
                    <a:lnTo>
                      <a:pt x="577" y="395"/>
                    </a:lnTo>
                    <a:lnTo>
                      <a:pt x="124" y="395"/>
                    </a:lnTo>
                    <a:lnTo>
                      <a:pt x="12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Google Shape;2580;p69"/>
              <p:cNvSpPr/>
              <p:nvPr/>
            </p:nvSpPr>
            <p:spPr>
              <a:xfrm>
                <a:off x="3361283" y="4393308"/>
                <a:ext cx="26985" cy="33460"/>
              </a:xfrm>
              <a:custGeom>
                <a:avLst/>
                <a:gdLst/>
                <a:ahLst/>
                <a:cxnLst/>
                <a:rect l="l" t="t" r="r" b="b"/>
                <a:pathLst>
                  <a:path w="771" h="956" extrusionOk="0">
                    <a:moveTo>
                      <a:pt x="264" y="97"/>
                    </a:moveTo>
                    <a:cubicBezTo>
                      <a:pt x="520" y="97"/>
                      <a:pt x="647" y="241"/>
                      <a:pt x="647" y="461"/>
                    </a:cubicBezTo>
                    <a:cubicBezTo>
                      <a:pt x="647" y="713"/>
                      <a:pt x="504" y="859"/>
                      <a:pt x="245" y="859"/>
                    </a:cubicBezTo>
                    <a:cubicBezTo>
                      <a:pt x="198" y="859"/>
                      <a:pt x="152" y="856"/>
                      <a:pt x="120" y="852"/>
                    </a:cubicBezTo>
                    <a:lnTo>
                      <a:pt x="120" y="109"/>
                    </a:lnTo>
                    <a:cubicBezTo>
                      <a:pt x="156" y="105"/>
                      <a:pt x="202" y="97"/>
                      <a:pt x="264" y="97"/>
                    </a:cubicBezTo>
                    <a:close/>
                    <a:moveTo>
                      <a:pt x="260" y="0"/>
                    </a:moveTo>
                    <a:cubicBezTo>
                      <a:pt x="163" y="0"/>
                      <a:pt x="74" y="9"/>
                      <a:pt x="1" y="20"/>
                    </a:cubicBezTo>
                    <a:lnTo>
                      <a:pt x="1" y="945"/>
                    </a:lnTo>
                    <a:cubicBezTo>
                      <a:pt x="63" y="952"/>
                      <a:pt x="136" y="956"/>
                      <a:pt x="222" y="956"/>
                    </a:cubicBezTo>
                    <a:cubicBezTo>
                      <a:pt x="404" y="956"/>
                      <a:pt x="550" y="909"/>
                      <a:pt x="636" y="821"/>
                    </a:cubicBezTo>
                    <a:cubicBezTo>
                      <a:pt x="724" y="736"/>
                      <a:pt x="770" y="608"/>
                      <a:pt x="770" y="457"/>
                    </a:cubicBezTo>
                    <a:cubicBezTo>
                      <a:pt x="770" y="302"/>
                      <a:pt x="724" y="194"/>
                      <a:pt x="639" y="120"/>
                    </a:cubicBezTo>
                    <a:cubicBezTo>
                      <a:pt x="558" y="43"/>
                      <a:pt x="434" y="0"/>
                      <a:pt x="2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Google Shape;2581;p69"/>
              <p:cNvSpPr/>
              <p:nvPr/>
            </p:nvSpPr>
            <p:spPr>
              <a:xfrm>
                <a:off x="3520257" y="4370558"/>
                <a:ext cx="190715" cy="150325"/>
              </a:xfrm>
              <a:custGeom>
                <a:avLst/>
                <a:gdLst/>
                <a:ahLst/>
                <a:cxnLst/>
                <a:rect l="l" t="t" r="r" b="b"/>
                <a:pathLst>
                  <a:path w="5449" h="4295" extrusionOk="0">
                    <a:moveTo>
                      <a:pt x="4747" y="334"/>
                    </a:moveTo>
                    <a:cubicBezTo>
                      <a:pt x="4953" y="334"/>
                      <a:pt x="5119" y="500"/>
                      <a:pt x="5119" y="705"/>
                    </a:cubicBezTo>
                    <a:lnTo>
                      <a:pt x="5119" y="3595"/>
                    </a:lnTo>
                    <a:cubicBezTo>
                      <a:pt x="5119" y="3800"/>
                      <a:pt x="4953" y="3966"/>
                      <a:pt x="4747" y="3966"/>
                    </a:cubicBezTo>
                    <a:lnTo>
                      <a:pt x="701" y="3966"/>
                    </a:lnTo>
                    <a:cubicBezTo>
                      <a:pt x="496" y="3966"/>
                      <a:pt x="330" y="3800"/>
                      <a:pt x="330" y="3595"/>
                    </a:cubicBezTo>
                    <a:lnTo>
                      <a:pt x="330" y="705"/>
                    </a:lnTo>
                    <a:cubicBezTo>
                      <a:pt x="330" y="500"/>
                      <a:pt x="496" y="334"/>
                      <a:pt x="701" y="334"/>
                    </a:cubicBezTo>
                    <a:close/>
                    <a:moveTo>
                      <a:pt x="701" y="0"/>
                    </a:moveTo>
                    <a:cubicBezTo>
                      <a:pt x="314" y="0"/>
                      <a:pt x="1" y="318"/>
                      <a:pt x="1" y="705"/>
                    </a:cubicBezTo>
                    <a:lnTo>
                      <a:pt x="1" y="3595"/>
                    </a:lnTo>
                    <a:cubicBezTo>
                      <a:pt x="1" y="3982"/>
                      <a:pt x="314" y="4295"/>
                      <a:pt x="701" y="4295"/>
                    </a:cubicBezTo>
                    <a:lnTo>
                      <a:pt x="4747" y="4295"/>
                    </a:lnTo>
                    <a:cubicBezTo>
                      <a:pt x="5135" y="4295"/>
                      <a:pt x="5448" y="3982"/>
                      <a:pt x="5448" y="3595"/>
                    </a:cubicBezTo>
                    <a:lnTo>
                      <a:pt x="5448" y="705"/>
                    </a:lnTo>
                    <a:cubicBezTo>
                      <a:pt x="5448" y="318"/>
                      <a:pt x="5135" y="0"/>
                      <a:pt x="474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Google Shape;2582;p69"/>
              <p:cNvSpPr/>
              <p:nvPr/>
            </p:nvSpPr>
            <p:spPr>
              <a:xfrm>
                <a:off x="3623579" y="4446544"/>
                <a:ext cx="59080" cy="45640"/>
              </a:xfrm>
              <a:custGeom>
                <a:avLst/>
                <a:gdLst/>
                <a:ahLst/>
                <a:cxnLst/>
                <a:rect l="l" t="t" r="r" b="b"/>
                <a:pathLst>
                  <a:path w="1688" h="1304" extrusionOk="0">
                    <a:moveTo>
                      <a:pt x="179" y="0"/>
                    </a:moveTo>
                    <a:cubicBezTo>
                      <a:pt x="82" y="0"/>
                      <a:pt x="1" y="77"/>
                      <a:pt x="1" y="174"/>
                    </a:cubicBezTo>
                    <a:lnTo>
                      <a:pt x="1" y="1129"/>
                    </a:lnTo>
                    <a:cubicBezTo>
                      <a:pt x="1" y="1227"/>
                      <a:pt x="82" y="1304"/>
                      <a:pt x="179" y="1304"/>
                    </a:cubicBezTo>
                    <a:lnTo>
                      <a:pt x="1513" y="1304"/>
                    </a:lnTo>
                    <a:cubicBezTo>
                      <a:pt x="1610" y="1304"/>
                      <a:pt x="1688" y="1227"/>
                      <a:pt x="1688" y="1129"/>
                    </a:cubicBezTo>
                    <a:lnTo>
                      <a:pt x="1688" y="174"/>
                    </a:lnTo>
                    <a:cubicBezTo>
                      <a:pt x="1688" y="77"/>
                      <a:pt x="1610" y="0"/>
                      <a:pt x="15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Google Shape;2583;p69"/>
              <p:cNvSpPr/>
              <p:nvPr/>
            </p:nvSpPr>
            <p:spPr>
              <a:xfrm>
                <a:off x="4156710" y="4370558"/>
                <a:ext cx="190680" cy="150325"/>
              </a:xfrm>
              <a:custGeom>
                <a:avLst/>
                <a:gdLst/>
                <a:ahLst/>
                <a:cxnLst/>
                <a:rect l="l" t="t" r="r" b="b"/>
                <a:pathLst>
                  <a:path w="5448" h="4295" extrusionOk="0">
                    <a:moveTo>
                      <a:pt x="700" y="0"/>
                    </a:moveTo>
                    <a:cubicBezTo>
                      <a:pt x="314" y="0"/>
                      <a:pt x="0" y="318"/>
                      <a:pt x="0" y="705"/>
                    </a:cubicBezTo>
                    <a:lnTo>
                      <a:pt x="329" y="705"/>
                    </a:lnTo>
                    <a:cubicBezTo>
                      <a:pt x="329" y="500"/>
                      <a:pt x="496" y="334"/>
                      <a:pt x="700" y="334"/>
                    </a:cubicBezTo>
                    <a:lnTo>
                      <a:pt x="4748" y="334"/>
                    </a:lnTo>
                    <a:cubicBezTo>
                      <a:pt x="4953" y="334"/>
                      <a:pt x="5119" y="500"/>
                      <a:pt x="5119" y="705"/>
                    </a:cubicBezTo>
                    <a:lnTo>
                      <a:pt x="5119" y="3595"/>
                    </a:lnTo>
                    <a:cubicBezTo>
                      <a:pt x="5119" y="3800"/>
                      <a:pt x="4953" y="3966"/>
                      <a:pt x="4748" y="3966"/>
                    </a:cubicBezTo>
                    <a:lnTo>
                      <a:pt x="3769" y="3966"/>
                    </a:lnTo>
                    <a:lnTo>
                      <a:pt x="3769" y="4295"/>
                    </a:lnTo>
                    <a:lnTo>
                      <a:pt x="4748" y="4295"/>
                    </a:lnTo>
                    <a:cubicBezTo>
                      <a:pt x="5134" y="4295"/>
                      <a:pt x="5448" y="3982"/>
                      <a:pt x="5448" y="3595"/>
                    </a:cubicBezTo>
                    <a:lnTo>
                      <a:pt x="5448" y="705"/>
                    </a:lnTo>
                    <a:cubicBezTo>
                      <a:pt x="5448" y="318"/>
                      <a:pt x="5134" y="0"/>
                      <a:pt x="47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Google Shape;2584;p69"/>
              <p:cNvSpPr/>
              <p:nvPr/>
            </p:nvSpPr>
            <p:spPr>
              <a:xfrm>
                <a:off x="4155765" y="4407239"/>
                <a:ext cx="111755" cy="111755"/>
              </a:xfrm>
              <a:custGeom>
                <a:avLst/>
                <a:gdLst/>
                <a:ahLst/>
                <a:cxnLst/>
                <a:rect l="l" t="t" r="r" b="b"/>
                <a:pathLst>
                  <a:path w="3193" h="3193" extrusionOk="0">
                    <a:moveTo>
                      <a:pt x="0" y="1"/>
                    </a:moveTo>
                    <a:lnTo>
                      <a:pt x="0" y="477"/>
                    </a:lnTo>
                    <a:cubicBezTo>
                      <a:pt x="1498" y="477"/>
                      <a:pt x="2716" y="1695"/>
                      <a:pt x="2716" y="3193"/>
                    </a:cubicBezTo>
                    <a:lnTo>
                      <a:pt x="3192" y="3193"/>
                    </a:lnTo>
                    <a:cubicBezTo>
                      <a:pt x="3192" y="1433"/>
                      <a:pt x="1761" y="1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Google Shape;2585;p69"/>
              <p:cNvSpPr/>
              <p:nvPr/>
            </p:nvSpPr>
            <p:spPr>
              <a:xfrm>
                <a:off x="4155765" y="4445179"/>
                <a:ext cx="73815" cy="73815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2109" extrusionOk="0">
                    <a:moveTo>
                      <a:pt x="0" y="0"/>
                    </a:moveTo>
                    <a:lnTo>
                      <a:pt x="0" y="477"/>
                    </a:lnTo>
                    <a:cubicBezTo>
                      <a:pt x="902" y="477"/>
                      <a:pt x="1632" y="1207"/>
                      <a:pt x="1632" y="2109"/>
                    </a:cubicBezTo>
                    <a:lnTo>
                      <a:pt x="2109" y="2109"/>
                    </a:lnTo>
                    <a:cubicBezTo>
                      <a:pt x="2109" y="945"/>
                      <a:pt x="1164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Google Shape;2586;p69"/>
              <p:cNvSpPr/>
              <p:nvPr/>
            </p:nvSpPr>
            <p:spPr>
              <a:xfrm>
                <a:off x="4155765" y="4487145"/>
                <a:ext cx="31850" cy="31850"/>
              </a:xfrm>
              <a:custGeom>
                <a:avLst/>
                <a:gdLst/>
                <a:ahLst/>
                <a:cxnLst/>
                <a:rect l="l" t="t" r="r" b="b"/>
                <a:pathLst>
                  <a:path w="910" h="910" extrusionOk="0">
                    <a:moveTo>
                      <a:pt x="0" y="1"/>
                    </a:moveTo>
                    <a:lnTo>
                      <a:pt x="0" y="910"/>
                    </a:lnTo>
                    <a:lnTo>
                      <a:pt x="909" y="910"/>
                    </a:lnTo>
                    <a:cubicBezTo>
                      <a:pt x="909" y="407"/>
                      <a:pt x="503" y="1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Google Shape;2587;p69"/>
              <p:cNvSpPr/>
              <p:nvPr/>
            </p:nvSpPr>
            <p:spPr>
              <a:xfrm>
                <a:off x="4471542" y="4367723"/>
                <a:ext cx="68530" cy="6853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958" extrusionOk="0">
                    <a:moveTo>
                      <a:pt x="248" y="1"/>
                    </a:moveTo>
                    <a:cubicBezTo>
                      <a:pt x="113" y="1"/>
                      <a:pt x="1" y="113"/>
                      <a:pt x="1" y="248"/>
                    </a:cubicBezTo>
                    <a:lnTo>
                      <a:pt x="1" y="1710"/>
                    </a:lnTo>
                    <a:cubicBezTo>
                      <a:pt x="1" y="1849"/>
                      <a:pt x="113" y="1958"/>
                      <a:pt x="248" y="1958"/>
                    </a:cubicBezTo>
                    <a:cubicBezTo>
                      <a:pt x="383" y="1958"/>
                      <a:pt x="495" y="1849"/>
                      <a:pt x="495" y="1710"/>
                    </a:cubicBezTo>
                    <a:lnTo>
                      <a:pt x="495" y="496"/>
                    </a:lnTo>
                    <a:lnTo>
                      <a:pt x="1710" y="496"/>
                    </a:lnTo>
                    <a:cubicBezTo>
                      <a:pt x="1845" y="496"/>
                      <a:pt x="1958" y="383"/>
                      <a:pt x="1958" y="248"/>
                    </a:cubicBezTo>
                    <a:cubicBezTo>
                      <a:pt x="1958" y="113"/>
                      <a:pt x="1845" y="1"/>
                      <a:pt x="17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Google Shape;2588;p69"/>
              <p:cNvSpPr/>
              <p:nvPr/>
            </p:nvSpPr>
            <p:spPr>
              <a:xfrm>
                <a:off x="4553164" y="4367723"/>
                <a:ext cx="68705" cy="68530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1958" extrusionOk="0">
                    <a:moveTo>
                      <a:pt x="249" y="1"/>
                    </a:moveTo>
                    <a:cubicBezTo>
                      <a:pt x="113" y="1"/>
                      <a:pt x="1" y="113"/>
                      <a:pt x="1" y="248"/>
                    </a:cubicBezTo>
                    <a:cubicBezTo>
                      <a:pt x="1" y="383"/>
                      <a:pt x="113" y="496"/>
                      <a:pt x="249" y="496"/>
                    </a:cubicBezTo>
                    <a:lnTo>
                      <a:pt x="1467" y="496"/>
                    </a:lnTo>
                    <a:lnTo>
                      <a:pt x="1467" y="1710"/>
                    </a:lnTo>
                    <a:cubicBezTo>
                      <a:pt x="1467" y="1849"/>
                      <a:pt x="1576" y="1958"/>
                      <a:pt x="1715" y="1958"/>
                    </a:cubicBezTo>
                    <a:cubicBezTo>
                      <a:pt x="1851" y="1958"/>
                      <a:pt x="1963" y="1849"/>
                      <a:pt x="1963" y="1710"/>
                    </a:cubicBezTo>
                    <a:lnTo>
                      <a:pt x="1963" y="248"/>
                    </a:lnTo>
                    <a:cubicBezTo>
                      <a:pt x="1963" y="113"/>
                      <a:pt x="1851" y="1"/>
                      <a:pt x="17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Google Shape;2589;p69"/>
              <p:cNvSpPr/>
              <p:nvPr/>
            </p:nvSpPr>
            <p:spPr>
              <a:xfrm>
                <a:off x="4553164" y="4455190"/>
                <a:ext cx="68705" cy="68565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1959" extrusionOk="0">
                    <a:moveTo>
                      <a:pt x="1715" y="0"/>
                    </a:moveTo>
                    <a:cubicBezTo>
                      <a:pt x="1576" y="0"/>
                      <a:pt x="1467" y="113"/>
                      <a:pt x="1467" y="248"/>
                    </a:cubicBezTo>
                    <a:lnTo>
                      <a:pt x="1467" y="1463"/>
                    </a:lnTo>
                    <a:lnTo>
                      <a:pt x="249" y="1463"/>
                    </a:lnTo>
                    <a:cubicBezTo>
                      <a:pt x="113" y="1463"/>
                      <a:pt x="1" y="1575"/>
                      <a:pt x="1" y="1711"/>
                    </a:cubicBezTo>
                    <a:cubicBezTo>
                      <a:pt x="1" y="1850"/>
                      <a:pt x="113" y="1959"/>
                      <a:pt x="249" y="1959"/>
                    </a:cubicBezTo>
                    <a:lnTo>
                      <a:pt x="1715" y="1959"/>
                    </a:lnTo>
                    <a:cubicBezTo>
                      <a:pt x="1851" y="1959"/>
                      <a:pt x="1963" y="1850"/>
                      <a:pt x="1963" y="1711"/>
                    </a:cubicBezTo>
                    <a:lnTo>
                      <a:pt x="1963" y="248"/>
                    </a:lnTo>
                    <a:cubicBezTo>
                      <a:pt x="1963" y="113"/>
                      <a:pt x="1851" y="0"/>
                      <a:pt x="17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Google Shape;2590;p69"/>
              <p:cNvSpPr/>
              <p:nvPr/>
            </p:nvSpPr>
            <p:spPr>
              <a:xfrm>
                <a:off x="4471542" y="4455190"/>
                <a:ext cx="68530" cy="6856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1959" extrusionOk="0">
                    <a:moveTo>
                      <a:pt x="248" y="0"/>
                    </a:moveTo>
                    <a:cubicBezTo>
                      <a:pt x="113" y="0"/>
                      <a:pt x="1" y="113"/>
                      <a:pt x="1" y="248"/>
                    </a:cubicBezTo>
                    <a:lnTo>
                      <a:pt x="1" y="1711"/>
                    </a:lnTo>
                    <a:cubicBezTo>
                      <a:pt x="1" y="1850"/>
                      <a:pt x="113" y="1959"/>
                      <a:pt x="248" y="1959"/>
                    </a:cubicBezTo>
                    <a:lnTo>
                      <a:pt x="1710" y="1959"/>
                    </a:lnTo>
                    <a:cubicBezTo>
                      <a:pt x="1845" y="1959"/>
                      <a:pt x="1958" y="1850"/>
                      <a:pt x="1958" y="1711"/>
                    </a:cubicBezTo>
                    <a:cubicBezTo>
                      <a:pt x="1958" y="1575"/>
                      <a:pt x="1845" y="1463"/>
                      <a:pt x="1710" y="1463"/>
                    </a:cubicBezTo>
                    <a:lnTo>
                      <a:pt x="495" y="1463"/>
                    </a:lnTo>
                    <a:lnTo>
                      <a:pt x="495" y="248"/>
                    </a:lnTo>
                    <a:cubicBezTo>
                      <a:pt x="495" y="113"/>
                      <a:pt x="383" y="0"/>
                      <a:pt x="2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92" name="Google Shape;2592;p69"/>
          <p:cNvGrpSpPr/>
          <p:nvPr/>
        </p:nvGrpSpPr>
        <p:grpSpPr>
          <a:xfrm>
            <a:off x="2316329" y="2077127"/>
            <a:ext cx="646112" cy="646129"/>
            <a:chOff x="2389708" y="2922863"/>
            <a:chExt cx="300378" cy="300385"/>
          </a:xfrm>
        </p:grpSpPr>
        <p:sp>
          <p:nvSpPr>
            <p:cNvPr id="2593" name="Google Shape;2593;p69"/>
            <p:cNvSpPr/>
            <p:nvPr/>
          </p:nvSpPr>
          <p:spPr>
            <a:xfrm>
              <a:off x="2389708" y="2922863"/>
              <a:ext cx="300378" cy="300385"/>
            </a:xfrm>
            <a:custGeom>
              <a:avLst/>
              <a:gdLst/>
              <a:ahLst/>
              <a:cxnLst/>
              <a:rect l="l" t="t" r="r" b="b"/>
              <a:pathLst>
                <a:path w="39680" h="39681" extrusionOk="0">
                  <a:moveTo>
                    <a:pt x="19840" y="1"/>
                  </a:moveTo>
                  <a:cubicBezTo>
                    <a:pt x="8884" y="1"/>
                    <a:pt x="1" y="8884"/>
                    <a:pt x="1" y="19840"/>
                  </a:cubicBezTo>
                  <a:cubicBezTo>
                    <a:pt x="1" y="30797"/>
                    <a:pt x="8884" y="39680"/>
                    <a:pt x="19840" y="39680"/>
                  </a:cubicBezTo>
                  <a:cubicBezTo>
                    <a:pt x="30797" y="39680"/>
                    <a:pt x="39680" y="30797"/>
                    <a:pt x="39680" y="19840"/>
                  </a:cubicBezTo>
                  <a:cubicBezTo>
                    <a:pt x="39680" y="8884"/>
                    <a:pt x="30797" y="1"/>
                    <a:pt x="1984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69"/>
            <p:cNvSpPr/>
            <p:nvPr/>
          </p:nvSpPr>
          <p:spPr>
            <a:xfrm>
              <a:off x="2488850" y="3005373"/>
              <a:ext cx="135374" cy="135374"/>
            </a:xfrm>
            <a:custGeom>
              <a:avLst/>
              <a:gdLst/>
              <a:ahLst/>
              <a:cxnLst/>
              <a:rect l="l" t="t" r="r" b="b"/>
              <a:pathLst>
                <a:path w="17883" h="17883" extrusionOk="0">
                  <a:moveTo>
                    <a:pt x="0" y="1"/>
                  </a:moveTo>
                  <a:lnTo>
                    <a:pt x="0" y="17882"/>
                  </a:lnTo>
                  <a:lnTo>
                    <a:pt x="17883" y="894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4DF93C0-F88E-4409-B2E6-377E470476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1277" y="781007"/>
            <a:ext cx="4478987" cy="352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731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6" name="Google Shape;2246;p6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2948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Результаты</a:t>
            </a:r>
            <a:endParaRPr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247" name="Google Shape;2247;p62"/>
          <p:cNvSpPr txBox="1">
            <a:spLocks noGrp="1"/>
          </p:cNvSpPr>
          <p:nvPr>
            <p:ph type="body" idx="1"/>
          </p:nvPr>
        </p:nvSpPr>
        <p:spPr>
          <a:xfrm>
            <a:off x="742249" y="928608"/>
            <a:ext cx="4423500" cy="3833892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ru-RU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Была проделана большая работа в изучении разных технологий, библиотек, виджетов. Несмотря на все, конечный продукт превзошел все ожидания. Я смог решить все поставленные проблемы</a:t>
            </a:r>
            <a:r>
              <a:rPr lang="en-US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1. </a:t>
            </a:r>
            <a:r>
              <a:rPr lang="ru-RU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Удобное приложение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ru-RU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2. Правильное преподнесение информации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ru-RU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3. Интересное обучение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ru-RU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</a:p>
        </p:txBody>
      </p:sp>
      <p:grpSp>
        <p:nvGrpSpPr>
          <p:cNvPr id="2248" name="Google Shape;2248;p62"/>
          <p:cNvGrpSpPr/>
          <p:nvPr/>
        </p:nvGrpSpPr>
        <p:grpSpPr>
          <a:xfrm>
            <a:off x="5915052" y="1355100"/>
            <a:ext cx="2260674" cy="3111728"/>
            <a:chOff x="5915052" y="1355100"/>
            <a:chExt cx="2260674" cy="3111728"/>
          </a:xfrm>
        </p:grpSpPr>
        <p:sp>
          <p:nvSpPr>
            <p:cNvPr id="2249" name="Google Shape;2249;p62"/>
            <p:cNvSpPr/>
            <p:nvPr/>
          </p:nvSpPr>
          <p:spPr>
            <a:xfrm>
              <a:off x="6429305" y="1655057"/>
              <a:ext cx="136569" cy="247156"/>
            </a:xfrm>
            <a:custGeom>
              <a:avLst/>
              <a:gdLst/>
              <a:ahLst/>
              <a:cxnLst/>
              <a:rect l="l" t="t" r="r" b="b"/>
              <a:pathLst>
                <a:path w="2170" h="3927" extrusionOk="0">
                  <a:moveTo>
                    <a:pt x="320" y="1"/>
                  </a:moveTo>
                  <a:lnTo>
                    <a:pt x="320" y="138"/>
                  </a:lnTo>
                  <a:lnTo>
                    <a:pt x="1576" y="138"/>
                  </a:lnTo>
                  <a:cubicBezTo>
                    <a:pt x="1713" y="138"/>
                    <a:pt x="1827" y="183"/>
                    <a:pt x="1918" y="274"/>
                  </a:cubicBezTo>
                  <a:cubicBezTo>
                    <a:pt x="1987" y="366"/>
                    <a:pt x="2032" y="457"/>
                    <a:pt x="2032" y="571"/>
                  </a:cubicBezTo>
                  <a:lnTo>
                    <a:pt x="1987" y="1986"/>
                  </a:lnTo>
                  <a:cubicBezTo>
                    <a:pt x="1941" y="3014"/>
                    <a:pt x="1096" y="3812"/>
                    <a:pt x="46" y="3812"/>
                  </a:cubicBezTo>
                  <a:lnTo>
                    <a:pt x="1" y="3812"/>
                  </a:lnTo>
                  <a:lnTo>
                    <a:pt x="1" y="3927"/>
                  </a:lnTo>
                  <a:lnTo>
                    <a:pt x="46" y="3927"/>
                  </a:lnTo>
                  <a:cubicBezTo>
                    <a:pt x="1165" y="3927"/>
                    <a:pt x="2078" y="3082"/>
                    <a:pt x="2124" y="1986"/>
                  </a:cubicBezTo>
                  <a:lnTo>
                    <a:pt x="2169" y="594"/>
                  </a:lnTo>
                  <a:cubicBezTo>
                    <a:pt x="2169" y="434"/>
                    <a:pt x="2124" y="297"/>
                    <a:pt x="2009" y="183"/>
                  </a:cubicBezTo>
                  <a:cubicBezTo>
                    <a:pt x="1895" y="69"/>
                    <a:pt x="1735" y="1"/>
                    <a:pt x="1576" y="1"/>
                  </a:cubicBez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62"/>
            <p:cNvSpPr/>
            <p:nvPr/>
          </p:nvSpPr>
          <p:spPr>
            <a:xfrm>
              <a:off x="6215258" y="2025693"/>
              <a:ext cx="50348" cy="119267"/>
            </a:xfrm>
            <a:custGeom>
              <a:avLst/>
              <a:gdLst/>
              <a:ahLst/>
              <a:cxnLst/>
              <a:rect l="l" t="t" r="r" b="b"/>
              <a:pathLst>
                <a:path w="800" h="1895" extrusionOk="0">
                  <a:moveTo>
                    <a:pt x="1" y="1"/>
                  </a:moveTo>
                  <a:lnTo>
                    <a:pt x="1" y="1895"/>
                  </a:lnTo>
                  <a:lnTo>
                    <a:pt x="800" y="1895"/>
                  </a:lnTo>
                  <a:lnTo>
                    <a:pt x="800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62"/>
            <p:cNvSpPr/>
            <p:nvPr/>
          </p:nvSpPr>
          <p:spPr>
            <a:xfrm>
              <a:off x="6113301" y="2144895"/>
              <a:ext cx="254320" cy="51798"/>
            </a:xfrm>
            <a:custGeom>
              <a:avLst/>
              <a:gdLst/>
              <a:ahLst/>
              <a:cxnLst/>
              <a:rect l="l" t="t" r="r" b="b"/>
              <a:pathLst>
                <a:path w="4041" h="823" extrusionOk="0">
                  <a:moveTo>
                    <a:pt x="776" y="1"/>
                  </a:moveTo>
                  <a:cubicBezTo>
                    <a:pt x="343" y="1"/>
                    <a:pt x="0" y="343"/>
                    <a:pt x="0" y="777"/>
                  </a:cubicBezTo>
                  <a:lnTo>
                    <a:pt x="0" y="823"/>
                  </a:lnTo>
                  <a:lnTo>
                    <a:pt x="4040" y="823"/>
                  </a:lnTo>
                  <a:lnTo>
                    <a:pt x="4040" y="777"/>
                  </a:lnTo>
                  <a:cubicBezTo>
                    <a:pt x="4040" y="343"/>
                    <a:pt x="3698" y="1"/>
                    <a:pt x="32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62"/>
            <p:cNvSpPr/>
            <p:nvPr/>
          </p:nvSpPr>
          <p:spPr>
            <a:xfrm>
              <a:off x="6060120" y="2196629"/>
              <a:ext cx="360618" cy="71875"/>
            </a:xfrm>
            <a:custGeom>
              <a:avLst/>
              <a:gdLst/>
              <a:ahLst/>
              <a:cxnLst/>
              <a:rect l="l" t="t" r="r" b="b"/>
              <a:pathLst>
                <a:path w="5730" h="1142" extrusionOk="0">
                  <a:moveTo>
                    <a:pt x="138" y="1"/>
                  </a:moveTo>
                  <a:cubicBezTo>
                    <a:pt x="46" y="1"/>
                    <a:pt x="1" y="46"/>
                    <a:pt x="1" y="138"/>
                  </a:cubicBezTo>
                  <a:lnTo>
                    <a:pt x="1" y="1005"/>
                  </a:lnTo>
                  <a:cubicBezTo>
                    <a:pt x="1" y="1096"/>
                    <a:pt x="46" y="1142"/>
                    <a:pt x="138" y="1142"/>
                  </a:cubicBezTo>
                  <a:lnTo>
                    <a:pt x="5593" y="1142"/>
                  </a:lnTo>
                  <a:cubicBezTo>
                    <a:pt x="5684" y="1142"/>
                    <a:pt x="5730" y="1096"/>
                    <a:pt x="5730" y="1005"/>
                  </a:cubicBezTo>
                  <a:lnTo>
                    <a:pt x="5730" y="138"/>
                  </a:lnTo>
                  <a:cubicBezTo>
                    <a:pt x="5730" y="46"/>
                    <a:pt x="5684" y="1"/>
                    <a:pt x="5593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62"/>
            <p:cNvSpPr/>
            <p:nvPr/>
          </p:nvSpPr>
          <p:spPr>
            <a:xfrm>
              <a:off x="6192286" y="2228223"/>
              <a:ext cx="96291" cy="8685"/>
            </a:xfrm>
            <a:custGeom>
              <a:avLst/>
              <a:gdLst/>
              <a:ahLst/>
              <a:cxnLst/>
              <a:rect l="l" t="t" r="r" b="b"/>
              <a:pathLst>
                <a:path w="1530" h="138" extrusionOk="0">
                  <a:moveTo>
                    <a:pt x="1" y="1"/>
                  </a:moveTo>
                  <a:lnTo>
                    <a:pt x="1" y="138"/>
                  </a:lnTo>
                  <a:lnTo>
                    <a:pt x="1530" y="138"/>
                  </a:lnTo>
                  <a:lnTo>
                    <a:pt x="15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62"/>
            <p:cNvSpPr/>
            <p:nvPr/>
          </p:nvSpPr>
          <p:spPr>
            <a:xfrm>
              <a:off x="6199461" y="2005553"/>
              <a:ext cx="81941" cy="44623"/>
            </a:xfrm>
            <a:custGeom>
              <a:avLst/>
              <a:gdLst/>
              <a:ahLst/>
              <a:cxnLst/>
              <a:rect l="l" t="t" r="r" b="b"/>
              <a:pathLst>
                <a:path w="1302" h="709" extrusionOk="0">
                  <a:moveTo>
                    <a:pt x="115" y="1"/>
                  </a:moveTo>
                  <a:cubicBezTo>
                    <a:pt x="46" y="1"/>
                    <a:pt x="1" y="69"/>
                    <a:pt x="1" y="115"/>
                  </a:cubicBezTo>
                  <a:lnTo>
                    <a:pt x="1" y="594"/>
                  </a:lnTo>
                  <a:cubicBezTo>
                    <a:pt x="1" y="663"/>
                    <a:pt x="46" y="709"/>
                    <a:pt x="115" y="709"/>
                  </a:cubicBezTo>
                  <a:lnTo>
                    <a:pt x="1188" y="709"/>
                  </a:lnTo>
                  <a:cubicBezTo>
                    <a:pt x="1256" y="709"/>
                    <a:pt x="1302" y="663"/>
                    <a:pt x="1302" y="594"/>
                  </a:cubicBezTo>
                  <a:lnTo>
                    <a:pt x="1302" y="115"/>
                  </a:lnTo>
                  <a:cubicBezTo>
                    <a:pt x="1302" y="69"/>
                    <a:pt x="1256" y="1"/>
                    <a:pt x="11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62"/>
            <p:cNvSpPr/>
            <p:nvPr/>
          </p:nvSpPr>
          <p:spPr>
            <a:xfrm>
              <a:off x="6031421" y="1567449"/>
              <a:ext cx="418077" cy="461206"/>
            </a:xfrm>
            <a:custGeom>
              <a:avLst/>
              <a:gdLst/>
              <a:ahLst/>
              <a:cxnLst/>
              <a:rect l="l" t="t" r="r" b="b"/>
              <a:pathLst>
                <a:path w="6643" h="7328" extrusionOk="0">
                  <a:moveTo>
                    <a:pt x="0" y="0"/>
                  </a:moveTo>
                  <a:lnTo>
                    <a:pt x="0" y="1393"/>
                  </a:lnTo>
                  <a:lnTo>
                    <a:pt x="0" y="3881"/>
                  </a:lnTo>
                  <a:cubicBezTo>
                    <a:pt x="0" y="5775"/>
                    <a:pt x="1484" y="7327"/>
                    <a:pt x="3333" y="7327"/>
                  </a:cubicBezTo>
                  <a:cubicBezTo>
                    <a:pt x="5159" y="7327"/>
                    <a:pt x="6642" y="5775"/>
                    <a:pt x="6642" y="3881"/>
                  </a:cubicBezTo>
                  <a:lnTo>
                    <a:pt x="6642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62"/>
            <p:cNvSpPr/>
            <p:nvPr/>
          </p:nvSpPr>
          <p:spPr>
            <a:xfrm>
              <a:off x="6157797" y="1702449"/>
              <a:ext cx="165267" cy="159547"/>
            </a:xfrm>
            <a:custGeom>
              <a:avLst/>
              <a:gdLst/>
              <a:ahLst/>
              <a:cxnLst/>
              <a:rect l="l" t="t" r="r" b="b"/>
              <a:pathLst>
                <a:path w="2626" h="2535" extrusionOk="0">
                  <a:moveTo>
                    <a:pt x="1302" y="138"/>
                  </a:moveTo>
                  <a:cubicBezTo>
                    <a:pt x="1302" y="138"/>
                    <a:pt x="1325" y="138"/>
                    <a:pt x="1347" y="161"/>
                  </a:cubicBezTo>
                  <a:lnTo>
                    <a:pt x="1644" y="754"/>
                  </a:lnTo>
                  <a:cubicBezTo>
                    <a:pt x="1667" y="800"/>
                    <a:pt x="1735" y="845"/>
                    <a:pt x="1781" y="845"/>
                  </a:cubicBezTo>
                  <a:lnTo>
                    <a:pt x="2443" y="937"/>
                  </a:lnTo>
                  <a:cubicBezTo>
                    <a:pt x="2466" y="937"/>
                    <a:pt x="2489" y="959"/>
                    <a:pt x="2489" y="959"/>
                  </a:cubicBezTo>
                  <a:cubicBezTo>
                    <a:pt x="2489" y="982"/>
                    <a:pt x="2489" y="1005"/>
                    <a:pt x="2466" y="1005"/>
                  </a:cubicBezTo>
                  <a:lnTo>
                    <a:pt x="2009" y="1484"/>
                  </a:lnTo>
                  <a:cubicBezTo>
                    <a:pt x="1964" y="1530"/>
                    <a:pt x="1964" y="1599"/>
                    <a:pt x="1964" y="1644"/>
                  </a:cubicBezTo>
                  <a:lnTo>
                    <a:pt x="2101" y="2306"/>
                  </a:lnTo>
                  <a:cubicBezTo>
                    <a:pt x="2101" y="2329"/>
                    <a:pt x="2078" y="2352"/>
                    <a:pt x="2078" y="2352"/>
                  </a:cubicBezTo>
                  <a:cubicBezTo>
                    <a:pt x="2078" y="2352"/>
                    <a:pt x="2068" y="2362"/>
                    <a:pt x="2054" y="2362"/>
                  </a:cubicBezTo>
                  <a:cubicBezTo>
                    <a:pt x="2047" y="2362"/>
                    <a:pt x="2040" y="2359"/>
                    <a:pt x="2032" y="2352"/>
                  </a:cubicBezTo>
                  <a:lnTo>
                    <a:pt x="1439" y="2078"/>
                  </a:lnTo>
                  <a:cubicBezTo>
                    <a:pt x="1410" y="2059"/>
                    <a:pt x="1381" y="2052"/>
                    <a:pt x="1354" y="2052"/>
                  </a:cubicBezTo>
                  <a:cubicBezTo>
                    <a:pt x="1316" y="2052"/>
                    <a:pt x="1283" y="2065"/>
                    <a:pt x="1256" y="2078"/>
                  </a:cubicBezTo>
                  <a:lnTo>
                    <a:pt x="686" y="2397"/>
                  </a:lnTo>
                  <a:cubicBezTo>
                    <a:pt x="678" y="2405"/>
                    <a:pt x="670" y="2408"/>
                    <a:pt x="663" y="2408"/>
                  </a:cubicBezTo>
                  <a:cubicBezTo>
                    <a:pt x="647" y="2408"/>
                    <a:pt x="632" y="2397"/>
                    <a:pt x="617" y="2397"/>
                  </a:cubicBezTo>
                  <a:cubicBezTo>
                    <a:pt x="617" y="2397"/>
                    <a:pt x="594" y="2375"/>
                    <a:pt x="594" y="2352"/>
                  </a:cubicBezTo>
                  <a:lnTo>
                    <a:pt x="708" y="1690"/>
                  </a:lnTo>
                  <a:cubicBezTo>
                    <a:pt x="708" y="1621"/>
                    <a:pt x="686" y="1576"/>
                    <a:pt x="640" y="1530"/>
                  </a:cubicBezTo>
                  <a:lnTo>
                    <a:pt x="161" y="1074"/>
                  </a:lnTo>
                  <a:cubicBezTo>
                    <a:pt x="138" y="1051"/>
                    <a:pt x="138" y="1028"/>
                    <a:pt x="138" y="1028"/>
                  </a:cubicBezTo>
                  <a:cubicBezTo>
                    <a:pt x="138" y="1028"/>
                    <a:pt x="161" y="1005"/>
                    <a:pt x="183" y="982"/>
                  </a:cubicBezTo>
                  <a:lnTo>
                    <a:pt x="822" y="868"/>
                  </a:lnTo>
                  <a:cubicBezTo>
                    <a:pt x="891" y="868"/>
                    <a:pt x="937" y="823"/>
                    <a:pt x="959" y="777"/>
                  </a:cubicBezTo>
                  <a:lnTo>
                    <a:pt x="1233" y="161"/>
                  </a:lnTo>
                  <a:cubicBezTo>
                    <a:pt x="1256" y="138"/>
                    <a:pt x="1279" y="138"/>
                    <a:pt x="1279" y="138"/>
                  </a:cubicBezTo>
                  <a:close/>
                  <a:moveTo>
                    <a:pt x="1279" y="1"/>
                  </a:moveTo>
                  <a:cubicBezTo>
                    <a:pt x="1211" y="1"/>
                    <a:pt x="1165" y="46"/>
                    <a:pt x="1119" y="115"/>
                  </a:cubicBezTo>
                  <a:lnTo>
                    <a:pt x="845" y="708"/>
                  </a:lnTo>
                  <a:cubicBezTo>
                    <a:pt x="845" y="731"/>
                    <a:pt x="822" y="754"/>
                    <a:pt x="800" y="754"/>
                  </a:cubicBezTo>
                  <a:lnTo>
                    <a:pt x="161" y="868"/>
                  </a:lnTo>
                  <a:cubicBezTo>
                    <a:pt x="92" y="868"/>
                    <a:pt x="24" y="914"/>
                    <a:pt x="1" y="982"/>
                  </a:cubicBezTo>
                  <a:cubicBezTo>
                    <a:pt x="1" y="1051"/>
                    <a:pt x="1" y="1119"/>
                    <a:pt x="69" y="1165"/>
                  </a:cubicBezTo>
                  <a:lnTo>
                    <a:pt x="549" y="1621"/>
                  </a:lnTo>
                  <a:cubicBezTo>
                    <a:pt x="571" y="1644"/>
                    <a:pt x="571" y="1644"/>
                    <a:pt x="571" y="1667"/>
                  </a:cubicBezTo>
                  <a:lnTo>
                    <a:pt x="480" y="2329"/>
                  </a:lnTo>
                  <a:cubicBezTo>
                    <a:pt x="457" y="2397"/>
                    <a:pt x="503" y="2466"/>
                    <a:pt x="549" y="2512"/>
                  </a:cubicBezTo>
                  <a:cubicBezTo>
                    <a:pt x="571" y="2534"/>
                    <a:pt x="617" y="2534"/>
                    <a:pt x="663" y="2534"/>
                  </a:cubicBezTo>
                  <a:cubicBezTo>
                    <a:pt x="686" y="2534"/>
                    <a:pt x="708" y="2534"/>
                    <a:pt x="754" y="2512"/>
                  </a:cubicBezTo>
                  <a:lnTo>
                    <a:pt x="1325" y="2192"/>
                  </a:lnTo>
                  <a:cubicBezTo>
                    <a:pt x="1336" y="2181"/>
                    <a:pt x="1342" y="2175"/>
                    <a:pt x="1347" y="2175"/>
                  </a:cubicBezTo>
                  <a:cubicBezTo>
                    <a:pt x="1353" y="2175"/>
                    <a:pt x="1359" y="2181"/>
                    <a:pt x="1370" y="2192"/>
                  </a:cubicBezTo>
                  <a:lnTo>
                    <a:pt x="1964" y="2489"/>
                  </a:lnTo>
                  <a:cubicBezTo>
                    <a:pt x="1992" y="2498"/>
                    <a:pt x="2020" y="2504"/>
                    <a:pt x="2047" y="2504"/>
                  </a:cubicBezTo>
                  <a:cubicBezTo>
                    <a:pt x="2085" y="2504"/>
                    <a:pt x="2120" y="2493"/>
                    <a:pt x="2146" y="2466"/>
                  </a:cubicBezTo>
                  <a:cubicBezTo>
                    <a:pt x="2215" y="2420"/>
                    <a:pt x="2238" y="2352"/>
                    <a:pt x="2215" y="2283"/>
                  </a:cubicBezTo>
                  <a:lnTo>
                    <a:pt x="2101" y="1621"/>
                  </a:lnTo>
                  <a:cubicBezTo>
                    <a:pt x="2101" y="1621"/>
                    <a:pt x="2101" y="1599"/>
                    <a:pt x="2101" y="1576"/>
                  </a:cubicBezTo>
                  <a:lnTo>
                    <a:pt x="2580" y="1096"/>
                  </a:lnTo>
                  <a:cubicBezTo>
                    <a:pt x="2626" y="1051"/>
                    <a:pt x="2626" y="982"/>
                    <a:pt x="2603" y="914"/>
                  </a:cubicBezTo>
                  <a:cubicBezTo>
                    <a:pt x="2580" y="845"/>
                    <a:pt x="2534" y="800"/>
                    <a:pt x="2466" y="800"/>
                  </a:cubicBezTo>
                  <a:lnTo>
                    <a:pt x="1804" y="708"/>
                  </a:lnTo>
                  <a:cubicBezTo>
                    <a:pt x="1781" y="708"/>
                    <a:pt x="1781" y="708"/>
                    <a:pt x="1758" y="686"/>
                  </a:cubicBezTo>
                  <a:lnTo>
                    <a:pt x="1462" y="115"/>
                  </a:lnTo>
                  <a:cubicBezTo>
                    <a:pt x="1416" y="46"/>
                    <a:pt x="1370" y="1"/>
                    <a:pt x="12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62"/>
            <p:cNvSpPr/>
            <p:nvPr/>
          </p:nvSpPr>
          <p:spPr>
            <a:xfrm>
              <a:off x="6116133" y="1657952"/>
              <a:ext cx="248593" cy="249988"/>
            </a:xfrm>
            <a:custGeom>
              <a:avLst/>
              <a:gdLst/>
              <a:ahLst/>
              <a:cxnLst/>
              <a:rect l="l" t="t" r="r" b="b"/>
              <a:pathLst>
                <a:path w="3950" h="3972" extrusionOk="0">
                  <a:moveTo>
                    <a:pt x="1987" y="137"/>
                  </a:moveTo>
                  <a:cubicBezTo>
                    <a:pt x="2991" y="137"/>
                    <a:pt x="3835" y="959"/>
                    <a:pt x="3835" y="1986"/>
                  </a:cubicBezTo>
                  <a:cubicBezTo>
                    <a:pt x="3835" y="2990"/>
                    <a:pt x="2991" y="3835"/>
                    <a:pt x="1987" y="3835"/>
                  </a:cubicBezTo>
                  <a:cubicBezTo>
                    <a:pt x="959" y="3835"/>
                    <a:pt x="115" y="2990"/>
                    <a:pt x="115" y="1986"/>
                  </a:cubicBezTo>
                  <a:cubicBezTo>
                    <a:pt x="115" y="959"/>
                    <a:pt x="959" y="137"/>
                    <a:pt x="1987" y="137"/>
                  </a:cubicBezTo>
                  <a:close/>
                  <a:moveTo>
                    <a:pt x="1987" y="0"/>
                  </a:moveTo>
                  <a:cubicBezTo>
                    <a:pt x="891" y="0"/>
                    <a:pt x="1" y="890"/>
                    <a:pt x="1" y="1986"/>
                  </a:cubicBezTo>
                  <a:cubicBezTo>
                    <a:pt x="1" y="3082"/>
                    <a:pt x="891" y="3972"/>
                    <a:pt x="1987" y="3972"/>
                  </a:cubicBezTo>
                  <a:cubicBezTo>
                    <a:pt x="3059" y="3972"/>
                    <a:pt x="3950" y="3082"/>
                    <a:pt x="3950" y="1986"/>
                  </a:cubicBezTo>
                  <a:cubicBezTo>
                    <a:pt x="3950" y="890"/>
                    <a:pt x="3059" y="0"/>
                    <a:pt x="19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62"/>
            <p:cNvSpPr/>
            <p:nvPr/>
          </p:nvSpPr>
          <p:spPr>
            <a:xfrm>
              <a:off x="6002659" y="1525785"/>
              <a:ext cx="475537" cy="58972"/>
            </a:xfrm>
            <a:custGeom>
              <a:avLst/>
              <a:gdLst/>
              <a:ahLst/>
              <a:cxnLst/>
              <a:rect l="l" t="t" r="r" b="b"/>
              <a:pathLst>
                <a:path w="7556" h="937" extrusionOk="0">
                  <a:moveTo>
                    <a:pt x="434" y="0"/>
                  </a:moveTo>
                  <a:cubicBezTo>
                    <a:pt x="183" y="0"/>
                    <a:pt x="1" y="206"/>
                    <a:pt x="1" y="434"/>
                  </a:cubicBezTo>
                  <a:lnTo>
                    <a:pt x="1" y="480"/>
                  </a:lnTo>
                  <a:cubicBezTo>
                    <a:pt x="1" y="731"/>
                    <a:pt x="183" y="936"/>
                    <a:pt x="434" y="936"/>
                  </a:cubicBezTo>
                  <a:lnTo>
                    <a:pt x="7122" y="936"/>
                  </a:lnTo>
                  <a:cubicBezTo>
                    <a:pt x="7373" y="936"/>
                    <a:pt x="7556" y="731"/>
                    <a:pt x="7556" y="480"/>
                  </a:cubicBezTo>
                  <a:lnTo>
                    <a:pt x="7556" y="434"/>
                  </a:lnTo>
                  <a:cubicBezTo>
                    <a:pt x="7556" y="206"/>
                    <a:pt x="7373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62"/>
            <p:cNvSpPr/>
            <p:nvPr/>
          </p:nvSpPr>
          <p:spPr>
            <a:xfrm>
              <a:off x="5915052" y="1655057"/>
              <a:ext cx="136506" cy="247156"/>
            </a:xfrm>
            <a:custGeom>
              <a:avLst/>
              <a:gdLst/>
              <a:ahLst/>
              <a:cxnLst/>
              <a:rect l="l" t="t" r="r" b="b"/>
              <a:pathLst>
                <a:path w="2169" h="3927" extrusionOk="0">
                  <a:moveTo>
                    <a:pt x="594" y="1"/>
                  </a:moveTo>
                  <a:cubicBezTo>
                    <a:pt x="434" y="1"/>
                    <a:pt x="274" y="69"/>
                    <a:pt x="160" y="183"/>
                  </a:cubicBezTo>
                  <a:cubicBezTo>
                    <a:pt x="46" y="297"/>
                    <a:pt x="0" y="434"/>
                    <a:pt x="0" y="594"/>
                  </a:cubicBezTo>
                  <a:lnTo>
                    <a:pt x="69" y="1986"/>
                  </a:lnTo>
                  <a:cubicBezTo>
                    <a:pt x="92" y="3082"/>
                    <a:pt x="1005" y="3927"/>
                    <a:pt x="2123" y="3927"/>
                  </a:cubicBezTo>
                  <a:lnTo>
                    <a:pt x="2169" y="3927"/>
                  </a:lnTo>
                  <a:lnTo>
                    <a:pt x="2169" y="3812"/>
                  </a:lnTo>
                  <a:lnTo>
                    <a:pt x="2123" y="3812"/>
                  </a:lnTo>
                  <a:cubicBezTo>
                    <a:pt x="1073" y="3812"/>
                    <a:pt x="229" y="3014"/>
                    <a:pt x="183" y="1986"/>
                  </a:cubicBezTo>
                  <a:lnTo>
                    <a:pt x="137" y="571"/>
                  </a:lnTo>
                  <a:cubicBezTo>
                    <a:pt x="137" y="457"/>
                    <a:pt x="183" y="366"/>
                    <a:pt x="251" y="274"/>
                  </a:cubicBezTo>
                  <a:cubicBezTo>
                    <a:pt x="343" y="183"/>
                    <a:pt x="457" y="138"/>
                    <a:pt x="594" y="138"/>
                  </a:cubicBezTo>
                  <a:lnTo>
                    <a:pt x="1849" y="138"/>
                  </a:lnTo>
                  <a:lnTo>
                    <a:pt x="18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62"/>
            <p:cNvSpPr/>
            <p:nvPr/>
          </p:nvSpPr>
          <p:spPr>
            <a:xfrm>
              <a:off x="7875898" y="3682066"/>
              <a:ext cx="100633" cy="181008"/>
            </a:xfrm>
            <a:custGeom>
              <a:avLst/>
              <a:gdLst/>
              <a:ahLst/>
              <a:cxnLst/>
              <a:rect l="l" t="t" r="r" b="b"/>
              <a:pathLst>
                <a:path w="1599" h="2876" extrusionOk="0">
                  <a:moveTo>
                    <a:pt x="1576" y="0"/>
                  </a:moveTo>
                  <a:lnTo>
                    <a:pt x="1" y="69"/>
                  </a:lnTo>
                  <a:lnTo>
                    <a:pt x="161" y="2876"/>
                  </a:lnTo>
                  <a:lnTo>
                    <a:pt x="1599" y="2716"/>
                  </a:lnTo>
                  <a:lnTo>
                    <a:pt x="1576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62"/>
            <p:cNvSpPr/>
            <p:nvPr/>
          </p:nvSpPr>
          <p:spPr>
            <a:xfrm>
              <a:off x="7975023" y="3664632"/>
              <a:ext cx="200700" cy="379828"/>
            </a:xfrm>
            <a:custGeom>
              <a:avLst/>
              <a:gdLst/>
              <a:ahLst/>
              <a:cxnLst/>
              <a:rect l="l" t="t" r="r" b="b"/>
              <a:pathLst>
                <a:path w="3189" h="6035" extrusionOk="0">
                  <a:moveTo>
                    <a:pt x="2638" y="0"/>
                  </a:moveTo>
                  <a:cubicBezTo>
                    <a:pt x="2626" y="0"/>
                    <a:pt x="2615" y="1"/>
                    <a:pt x="2603" y="3"/>
                  </a:cubicBezTo>
                  <a:lnTo>
                    <a:pt x="1" y="117"/>
                  </a:lnTo>
                  <a:lnTo>
                    <a:pt x="24" y="3176"/>
                  </a:lnTo>
                  <a:lnTo>
                    <a:pt x="434" y="3564"/>
                  </a:lnTo>
                  <a:lnTo>
                    <a:pt x="2763" y="5961"/>
                  </a:lnTo>
                  <a:cubicBezTo>
                    <a:pt x="2814" y="6012"/>
                    <a:pt x="2877" y="6035"/>
                    <a:pt x="2939" y="6035"/>
                  </a:cubicBezTo>
                  <a:cubicBezTo>
                    <a:pt x="3068" y="6035"/>
                    <a:pt x="3189" y="5933"/>
                    <a:pt x="3173" y="5778"/>
                  </a:cubicBezTo>
                  <a:lnTo>
                    <a:pt x="2877" y="254"/>
                  </a:lnTo>
                  <a:cubicBezTo>
                    <a:pt x="2877" y="108"/>
                    <a:pt x="2762" y="0"/>
                    <a:pt x="2638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62"/>
            <p:cNvSpPr/>
            <p:nvPr/>
          </p:nvSpPr>
          <p:spPr>
            <a:xfrm>
              <a:off x="8124434" y="3664632"/>
              <a:ext cx="51292" cy="379828"/>
            </a:xfrm>
            <a:custGeom>
              <a:avLst/>
              <a:gdLst/>
              <a:ahLst/>
              <a:cxnLst/>
              <a:rect l="l" t="t" r="r" b="b"/>
              <a:pathLst>
                <a:path w="815" h="6035" extrusionOk="0">
                  <a:moveTo>
                    <a:pt x="264" y="0"/>
                  </a:moveTo>
                  <a:cubicBezTo>
                    <a:pt x="252" y="0"/>
                    <a:pt x="241" y="1"/>
                    <a:pt x="229" y="3"/>
                  </a:cubicBezTo>
                  <a:lnTo>
                    <a:pt x="1" y="3"/>
                  </a:lnTo>
                  <a:cubicBezTo>
                    <a:pt x="46" y="49"/>
                    <a:pt x="69" y="117"/>
                    <a:pt x="69" y="186"/>
                  </a:cubicBezTo>
                  <a:lnTo>
                    <a:pt x="366" y="5709"/>
                  </a:lnTo>
                  <a:cubicBezTo>
                    <a:pt x="366" y="5778"/>
                    <a:pt x="343" y="5824"/>
                    <a:pt x="320" y="5869"/>
                  </a:cubicBezTo>
                  <a:lnTo>
                    <a:pt x="389" y="5961"/>
                  </a:lnTo>
                  <a:cubicBezTo>
                    <a:pt x="440" y="6012"/>
                    <a:pt x="503" y="6035"/>
                    <a:pt x="565" y="6035"/>
                  </a:cubicBezTo>
                  <a:cubicBezTo>
                    <a:pt x="694" y="6035"/>
                    <a:pt x="815" y="5933"/>
                    <a:pt x="799" y="5778"/>
                  </a:cubicBezTo>
                  <a:lnTo>
                    <a:pt x="503" y="254"/>
                  </a:lnTo>
                  <a:cubicBezTo>
                    <a:pt x="503" y="108"/>
                    <a:pt x="388" y="0"/>
                    <a:pt x="2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62"/>
            <p:cNvSpPr/>
            <p:nvPr/>
          </p:nvSpPr>
          <p:spPr>
            <a:xfrm>
              <a:off x="8124434" y="3660478"/>
              <a:ext cx="24482" cy="333380"/>
            </a:xfrm>
            <a:custGeom>
              <a:avLst/>
              <a:gdLst/>
              <a:ahLst/>
              <a:cxnLst/>
              <a:rect l="l" t="t" r="r" b="b"/>
              <a:pathLst>
                <a:path w="389" h="5297" extrusionOk="0">
                  <a:moveTo>
                    <a:pt x="69" y="1"/>
                  </a:moveTo>
                  <a:cubicBezTo>
                    <a:pt x="23" y="1"/>
                    <a:pt x="1" y="46"/>
                    <a:pt x="1" y="69"/>
                  </a:cubicBezTo>
                  <a:lnTo>
                    <a:pt x="252" y="5228"/>
                  </a:lnTo>
                  <a:cubicBezTo>
                    <a:pt x="252" y="5250"/>
                    <a:pt x="275" y="5296"/>
                    <a:pt x="320" y="5296"/>
                  </a:cubicBezTo>
                  <a:cubicBezTo>
                    <a:pt x="366" y="5296"/>
                    <a:pt x="389" y="5250"/>
                    <a:pt x="389" y="5228"/>
                  </a:cubicBezTo>
                  <a:lnTo>
                    <a:pt x="138" y="69"/>
                  </a:lnTo>
                  <a:cubicBezTo>
                    <a:pt x="138" y="23"/>
                    <a:pt x="115" y="1"/>
                    <a:pt x="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62"/>
            <p:cNvSpPr/>
            <p:nvPr/>
          </p:nvSpPr>
          <p:spPr>
            <a:xfrm>
              <a:off x="8019582" y="3708814"/>
              <a:ext cx="67592" cy="66651"/>
            </a:xfrm>
            <a:custGeom>
              <a:avLst/>
              <a:gdLst/>
              <a:ahLst/>
              <a:cxnLst/>
              <a:rect l="l" t="t" r="r" b="b"/>
              <a:pathLst>
                <a:path w="1074" h="1059" extrusionOk="0">
                  <a:moveTo>
                    <a:pt x="525" y="123"/>
                  </a:moveTo>
                  <a:cubicBezTo>
                    <a:pt x="594" y="123"/>
                    <a:pt x="685" y="146"/>
                    <a:pt x="731" y="191"/>
                  </a:cubicBezTo>
                  <a:cubicBezTo>
                    <a:pt x="822" y="260"/>
                    <a:pt x="891" y="328"/>
                    <a:pt x="913" y="442"/>
                  </a:cubicBezTo>
                  <a:cubicBezTo>
                    <a:pt x="959" y="648"/>
                    <a:pt x="822" y="853"/>
                    <a:pt x="617" y="899"/>
                  </a:cubicBezTo>
                  <a:cubicBezTo>
                    <a:pt x="583" y="907"/>
                    <a:pt x="547" y="913"/>
                    <a:pt x="509" y="913"/>
                  </a:cubicBezTo>
                  <a:cubicBezTo>
                    <a:pt x="445" y="913"/>
                    <a:pt x="378" y="897"/>
                    <a:pt x="320" y="853"/>
                  </a:cubicBezTo>
                  <a:cubicBezTo>
                    <a:pt x="229" y="808"/>
                    <a:pt x="183" y="716"/>
                    <a:pt x="160" y="602"/>
                  </a:cubicBezTo>
                  <a:cubicBezTo>
                    <a:pt x="137" y="511"/>
                    <a:pt x="137" y="397"/>
                    <a:pt x="206" y="328"/>
                  </a:cubicBezTo>
                  <a:cubicBezTo>
                    <a:pt x="251" y="237"/>
                    <a:pt x="343" y="168"/>
                    <a:pt x="434" y="146"/>
                  </a:cubicBezTo>
                  <a:cubicBezTo>
                    <a:pt x="480" y="146"/>
                    <a:pt x="503" y="123"/>
                    <a:pt x="525" y="123"/>
                  </a:cubicBezTo>
                  <a:close/>
                  <a:moveTo>
                    <a:pt x="514" y="0"/>
                  </a:moveTo>
                  <a:cubicBezTo>
                    <a:pt x="480" y="0"/>
                    <a:pt x="445" y="3"/>
                    <a:pt x="411" y="9"/>
                  </a:cubicBezTo>
                  <a:cubicBezTo>
                    <a:pt x="274" y="54"/>
                    <a:pt x="160" y="123"/>
                    <a:pt x="92" y="237"/>
                  </a:cubicBezTo>
                  <a:cubicBezTo>
                    <a:pt x="23" y="374"/>
                    <a:pt x="0" y="511"/>
                    <a:pt x="23" y="648"/>
                  </a:cubicBezTo>
                  <a:cubicBezTo>
                    <a:pt x="46" y="785"/>
                    <a:pt x="137" y="899"/>
                    <a:pt x="251" y="967"/>
                  </a:cubicBezTo>
                  <a:cubicBezTo>
                    <a:pt x="343" y="1013"/>
                    <a:pt x="434" y="1059"/>
                    <a:pt x="525" y="1059"/>
                  </a:cubicBezTo>
                  <a:cubicBezTo>
                    <a:pt x="571" y="1059"/>
                    <a:pt x="617" y="1036"/>
                    <a:pt x="639" y="1036"/>
                  </a:cubicBezTo>
                  <a:cubicBezTo>
                    <a:pt x="776" y="1013"/>
                    <a:pt x="891" y="922"/>
                    <a:pt x="982" y="808"/>
                  </a:cubicBezTo>
                  <a:cubicBezTo>
                    <a:pt x="1050" y="693"/>
                    <a:pt x="1073" y="534"/>
                    <a:pt x="1050" y="397"/>
                  </a:cubicBezTo>
                  <a:cubicBezTo>
                    <a:pt x="1005" y="283"/>
                    <a:pt x="936" y="146"/>
                    <a:pt x="799" y="77"/>
                  </a:cubicBezTo>
                  <a:cubicBezTo>
                    <a:pt x="714" y="26"/>
                    <a:pt x="615" y="0"/>
                    <a:pt x="5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62"/>
            <p:cNvSpPr/>
            <p:nvPr/>
          </p:nvSpPr>
          <p:spPr>
            <a:xfrm>
              <a:off x="7997994" y="3854764"/>
              <a:ext cx="40341" cy="38518"/>
            </a:xfrm>
            <a:custGeom>
              <a:avLst/>
              <a:gdLst/>
              <a:ahLst/>
              <a:cxnLst/>
              <a:rect l="l" t="t" r="r" b="b"/>
              <a:pathLst>
                <a:path w="641" h="612" extrusionOk="0">
                  <a:moveTo>
                    <a:pt x="549" y="1"/>
                  </a:moveTo>
                  <a:cubicBezTo>
                    <a:pt x="532" y="1"/>
                    <a:pt x="515" y="6"/>
                    <a:pt x="503" y="18"/>
                  </a:cubicBezTo>
                  <a:lnTo>
                    <a:pt x="24" y="497"/>
                  </a:lnTo>
                  <a:cubicBezTo>
                    <a:pt x="1" y="520"/>
                    <a:pt x="1" y="566"/>
                    <a:pt x="24" y="589"/>
                  </a:cubicBezTo>
                  <a:cubicBezTo>
                    <a:pt x="47" y="611"/>
                    <a:pt x="47" y="611"/>
                    <a:pt x="69" y="611"/>
                  </a:cubicBezTo>
                  <a:cubicBezTo>
                    <a:pt x="92" y="611"/>
                    <a:pt x="92" y="611"/>
                    <a:pt x="115" y="589"/>
                  </a:cubicBezTo>
                  <a:lnTo>
                    <a:pt x="594" y="109"/>
                  </a:lnTo>
                  <a:cubicBezTo>
                    <a:pt x="640" y="86"/>
                    <a:pt x="640" y="41"/>
                    <a:pt x="594" y="18"/>
                  </a:cubicBezTo>
                  <a:cubicBezTo>
                    <a:pt x="583" y="6"/>
                    <a:pt x="566" y="1"/>
                    <a:pt x="5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62"/>
            <p:cNvSpPr/>
            <p:nvPr/>
          </p:nvSpPr>
          <p:spPr>
            <a:xfrm>
              <a:off x="8021029" y="3877736"/>
              <a:ext cx="40278" cy="38518"/>
            </a:xfrm>
            <a:custGeom>
              <a:avLst/>
              <a:gdLst/>
              <a:ahLst/>
              <a:cxnLst/>
              <a:rect l="l" t="t" r="r" b="b"/>
              <a:pathLst>
                <a:path w="640" h="612" extrusionOk="0">
                  <a:moveTo>
                    <a:pt x="571" y="1"/>
                  </a:moveTo>
                  <a:cubicBezTo>
                    <a:pt x="554" y="1"/>
                    <a:pt x="537" y="7"/>
                    <a:pt x="525" y="18"/>
                  </a:cubicBezTo>
                  <a:lnTo>
                    <a:pt x="23" y="497"/>
                  </a:lnTo>
                  <a:cubicBezTo>
                    <a:pt x="0" y="543"/>
                    <a:pt x="0" y="566"/>
                    <a:pt x="23" y="589"/>
                  </a:cubicBezTo>
                  <a:cubicBezTo>
                    <a:pt x="46" y="612"/>
                    <a:pt x="69" y="612"/>
                    <a:pt x="69" y="612"/>
                  </a:cubicBezTo>
                  <a:lnTo>
                    <a:pt x="114" y="612"/>
                  </a:lnTo>
                  <a:lnTo>
                    <a:pt x="616" y="109"/>
                  </a:lnTo>
                  <a:cubicBezTo>
                    <a:pt x="639" y="87"/>
                    <a:pt x="639" y="41"/>
                    <a:pt x="616" y="18"/>
                  </a:cubicBezTo>
                  <a:cubicBezTo>
                    <a:pt x="605" y="7"/>
                    <a:pt x="588" y="1"/>
                    <a:pt x="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62"/>
            <p:cNvSpPr/>
            <p:nvPr/>
          </p:nvSpPr>
          <p:spPr>
            <a:xfrm>
              <a:off x="8044001" y="3899324"/>
              <a:ext cx="40278" cy="38455"/>
            </a:xfrm>
            <a:custGeom>
              <a:avLst/>
              <a:gdLst/>
              <a:ahLst/>
              <a:cxnLst/>
              <a:rect l="l" t="t" r="r" b="b"/>
              <a:pathLst>
                <a:path w="640" h="611" extrusionOk="0">
                  <a:moveTo>
                    <a:pt x="571" y="0"/>
                  </a:moveTo>
                  <a:cubicBezTo>
                    <a:pt x="554" y="0"/>
                    <a:pt x="537" y="6"/>
                    <a:pt x="525" y="17"/>
                  </a:cubicBezTo>
                  <a:lnTo>
                    <a:pt x="23" y="497"/>
                  </a:lnTo>
                  <a:cubicBezTo>
                    <a:pt x="0" y="542"/>
                    <a:pt x="0" y="565"/>
                    <a:pt x="23" y="611"/>
                  </a:cubicBezTo>
                  <a:lnTo>
                    <a:pt x="115" y="611"/>
                  </a:lnTo>
                  <a:lnTo>
                    <a:pt x="617" y="109"/>
                  </a:lnTo>
                  <a:cubicBezTo>
                    <a:pt x="640" y="86"/>
                    <a:pt x="640" y="40"/>
                    <a:pt x="617" y="17"/>
                  </a:cubicBezTo>
                  <a:cubicBezTo>
                    <a:pt x="605" y="6"/>
                    <a:pt x="588" y="0"/>
                    <a:pt x="5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62"/>
            <p:cNvSpPr/>
            <p:nvPr/>
          </p:nvSpPr>
          <p:spPr>
            <a:xfrm>
              <a:off x="7921904" y="3835191"/>
              <a:ext cx="76151" cy="37951"/>
            </a:xfrm>
            <a:custGeom>
              <a:avLst/>
              <a:gdLst/>
              <a:ahLst/>
              <a:cxnLst/>
              <a:rect l="l" t="t" r="r" b="b"/>
              <a:pathLst>
                <a:path w="1210" h="603" extrusionOk="0">
                  <a:moveTo>
                    <a:pt x="365" y="123"/>
                  </a:moveTo>
                  <a:cubicBezTo>
                    <a:pt x="457" y="146"/>
                    <a:pt x="890" y="329"/>
                    <a:pt x="1050" y="420"/>
                  </a:cubicBezTo>
                  <a:cubicBezTo>
                    <a:pt x="933" y="454"/>
                    <a:pt x="669" y="475"/>
                    <a:pt x="474" y="475"/>
                  </a:cubicBezTo>
                  <a:cubicBezTo>
                    <a:pt x="402" y="475"/>
                    <a:pt x="340" y="472"/>
                    <a:pt x="297" y="466"/>
                  </a:cubicBezTo>
                  <a:cubicBezTo>
                    <a:pt x="206" y="466"/>
                    <a:pt x="137" y="375"/>
                    <a:pt x="160" y="283"/>
                  </a:cubicBezTo>
                  <a:cubicBezTo>
                    <a:pt x="160" y="238"/>
                    <a:pt x="183" y="192"/>
                    <a:pt x="228" y="169"/>
                  </a:cubicBezTo>
                  <a:cubicBezTo>
                    <a:pt x="251" y="146"/>
                    <a:pt x="297" y="123"/>
                    <a:pt x="320" y="123"/>
                  </a:cubicBezTo>
                  <a:close/>
                  <a:moveTo>
                    <a:pt x="307" y="0"/>
                  </a:moveTo>
                  <a:cubicBezTo>
                    <a:pt x="251" y="0"/>
                    <a:pt x="193" y="22"/>
                    <a:pt x="160" y="55"/>
                  </a:cubicBezTo>
                  <a:cubicBezTo>
                    <a:pt x="92" y="101"/>
                    <a:pt x="46" y="169"/>
                    <a:pt x="23" y="260"/>
                  </a:cubicBezTo>
                  <a:cubicBezTo>
                    <a:pt x="0" y="420"/>
                    <a:pt x="114" y="580"/>
                    <a:pt x="297" y="603"/>
                  </a:cubicBezTo>
                  <a:lnTo>
                    <a:pt x="480" y="603"/>
                  </a:lnTo>
                  <a:cubicBezTo>
                    <a:pt x="731" y="603"/>
                    <a:pt x="1142" y="580"/>
                    <a:pt x="1187" y="443"/>
                  </a:cubicBezTo>
                  <a:lnTo>
                    <a:pt x="1210" y="420"/>
                  </a:lnTo>
                  <a:lnTo>
                    <a:pt x="1187" y="375"/>
                  </a:lnTo>
                  <a:cubicBezTo>
                    <a:pt x="1119" y="260"/>
                    <a:pt x="480" y="9"/>
                    <a:pt x="365" y="9"/>
                  </a:cubicBezTo>
                  <a:cubicBezTo>
                    <a:pt x="347" y="3"/>
                    <a:pt x="327" y="0"/>
                    <a:pt x="3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62"/>
            <p:cNvSpPr/>
            <p:nvPr/>
          </p:nvSpPr>
          <p:spPr>
            <a:xfrm>
              <a:off x="7949156" y="3858100"/>
              <a:ext cx="54691" cy="66777"/>
            </a:xfrm>
            <a:custGeom>
              <a:avLst/>
              <a:gdLst/>
              <a:ahLst/>
              <a:cxnLst/>
              <a:rect l="l" t="t" r="r" b="b"/>
              <a:pathLst>
                <a:path w="869" h="1061" extrusionOk="0">
                  <a:moveTo>
                    <a:pt x="640" y="147"/>
                  </a:moveTo>
                  <a:cubicBezTo>
                    <a:pt x="640" y="284"/>
                    <a:pt x="549" y="741"/>
                    <a:pt x="480" y="832"/>
                  </a:cubicBezTo>
                  <a:cubicBezTo>
                    <a:pt x="450" y="893"/>
                    <a:pt x="399" y="924"/>
                    <a:pt x="342" y="924"/>
                  </a:cubicBezTo>
                  <a:cubicBezTo>
                    <a:pt x="313" y="924"/>
                    <a:pt x="282" y="916"/>
                    <a:pt x="252" y="901"/>
                  </a:cubicBezTo>
                  <a:cubicBezTo>
                    <a:pt x="184" y="855"/>
                    <a:pt x="138" y="764"/>
                    <a:pt x="184" y="672"/>
                  </a:cubicBezTo>
                  <a:cubicBezTo>
                    <a:pt x="252" y="536"/>
                    <a:pt x="549" y="193"/>
                    <a:pt x="640" y="147"/>
                  </a:cubicBezTo>
                  <a:close/>
                  <a:moveTo>
                    <a:pt x="679" y="0"/>
                  </a:moveTo>
                  <a:cubicBezTo>
                    <a:pt x="668" y="0"/>
                    <a:pt x="655" y="3"/>
                    <a:pt x="640" y="11"/>
                  </a:cubicBezTo>
                  <a:cubicBezTo>
                    <a:pt x="457" y="56"/>
                    <a:pt x="115" y="536"/>
                    <a:pt x="69" y="604"/>
                  </a:cubicBezTo>
                  <a:cubicBezTo>
                    <a:pt x="1" y="764"/>
                    <a:pt x="47" y="946"/>
                    <a:pt x="206" y="1015"/>
                  </a:cubicBezTo>
                  <a:cubicBezTo>
                    <a:pt x="252" y="1038"/>
                    <a:pt x="298" y="1060"/>
                    <a:pt x="343" y="1060"/>
                  </a:cubicBezTo>
                  <a:cubicBezTo>
                    <a:pt x="457" y="1060"/>
                    <a:pt x="549" y="992"/>
                    <a:pt x="617" y="901"/>
                  </a:cubicBezTo>
                  <a:cubicBezTo>
                    <a:pt x="617" y="855"/>
                    <a:pt x="868" y="102"/>
                    <a:pt x="731" y="11"/>
                  </a:cubicBezTo>
                  <a:cubicBezTo>
                    <a:pt x="716" y="11"/>
                    <a:pt x="701" y="0"/>
                    <a:pt x="6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62"/>
            <p:cNvSpPr/>
            <p:nvPr/>
          </p:nvSpPr>
          <p:spPr>
            <a:xfrm>
              <a:off x="6969488" y="4100092"/>
              <a:ext cx="195413" cy="133616"/>
            </a:xfrm>
            <a:custGeom>
              <a:avLst/>
              <a:gdLst/>
              <a:ahLst/>
              <a:cxnLst/>
              <a:rect l="l" t="t" r="r" b="b"/>
              <a:pathLst>
                <a:path w="3105" h="2123" extrusionOk="0">
                  <a:moveTo>
                    <a:pt x="2716" y="0"/>
                  </a:moveTo>
                  <a:lnTo>
                    <a:pt x="0" y="776"/>
                  </a:lnTo>
                  <a:lnTo>
                    <a:pt x="457" y="2123"/>
                  </a:lnTo>
                  <a:lnTo>
                    <a:pt x="3104" y="1529"/>
                  </a:lnTo>
                  <a:lnTo>
                    <a:pt x="2716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62"/>
            <p:cNvSpPr/>
            <p:nvPr/>
          </p:nvSpPr>
          <p:spPr>
            <a:xfrm>
              <a:off x="6846573" y="4193428"/>
              <a:ext cx="374337" cy="273400"/>
            </a:xfrm>
            <a:custGeom>
              <a:avLst/>
              <a:gdLst/>
              <a:ahLst/>
              <a:cxnLst/>
              <a:rect l="l" t="t" r="r" b="b"/>
              <a:pathLst>
                <a:path w="5948" h="4344" extrusionOk="0">
                  <a:moveTo>
                    <a:pt x="5240" y="1"/>
                  </a:moveTo>
                  <a:lnTo>
                    <a:pt x="2250" y="686"/>
                  </a:lnTo>
                  <a:lnTo>
                    <a:pt x="1930" y="1165"/>
                  </a:lnTo>
                  <a:lnTo>
                    <a:pt x="104" y="3972"/>
                  </a:lnTo>
                  <a:cubicBezTo>
                    <a:pt x="0" y="4139"/>
                    <a:pt x="143" y="4344"/>
                    <a:pt x="325" y="4344"/>
                  </a:cubicBezTo>
                  <a:cubicBezTo>
                    <a:pt x="342" y="4344"/>
                    <a:pt x="360" y="4342"/>
                    <a:pt x="378" y="4338"/>
                  </a:cubicBezTo>
                  <a:lnTo>
                    <a:pt x="5719" y="2854"/>
                  </a:lnTo>
                  <a:cubicBezTo>
                    <a:pt x="5856" y="2808"/>
                    <a:pt x="5947" y="2649"/>
                    <a:pt x="5902" y="2512"/>
                  </a:cubicBezTo>
                  <a:lnTo>
                    <a:pt x="5240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62"/>
            <p:cNvSpPr/>
            <p:nvPr/>
          </p:nvSpPr>
          <p:spPr>
            <a:xfrm>
              <a:off x="6846573" y="4337113"/>
              <a:ext cx="374337" cy="129714"/>
            </a:xfrm>
            <a:custGeom>
              <a:avLst/>
              <a:gdLst/>
              <a:ahLst/>
              <a:cxnLst/>
              <a:rect l="l" t="t" r="r" b="b"/>
              <a:pathLst>
                <a:path w="5948" h="2061" extrusionOk="0">
                  <a:moveTo>
                    <a:pt x="5833" y="0"/>
                  </a:moveTo>
                  <a:cubicBezTo>
                    <a:pt x="5811" y="69"/>
                    <a:pt x="5742" y="114"/>
                    <a:pt x="5696" y="114"/>
                  </a:cubicBezTo>
                  <a:lnTo>
                    <a:pt x="355" y="1598"/>
                  </a:lnTo>
                  <a:cubicBezTo>
                    <a:pt x="327" y="1608"/>
                    <a:pt x="299" y="1613"/>
                    <a:pt x="272" y="1613"/>
                  </a:cubicBezTo>
                  <a:cubicBezTo>
                    <a:pt x="234" y="1613"/>
                    <a:pt x="199" y="1602"/>
                    <a:pt x="173" y="1575"/>
                  </a:cubicBezTo>
                  <a:lnTo>
                    <a:pt x="104" y="1689"/>
                  </a:lnTo>
                  <a:cubicBezTo>
                    <a:pt x="0" y="1856"/>
                    <a:pt x="143" y="2061"/>
                    <a:pt x="325" y="2061"/>
                  </a:cubicBezTo>
                  <a:cubicBezTo>
                    <a:pt x="342" y="2061"/>
                    <a:pt x="360" y="2059"/>
                    <a:pt x="378" y="2055"/>
                  </a:cubicBezTo>
                  <a:lnTo>
                    <a:pt x="5719" y="571"/>
                  </a:lnTo>
                  <a:cubicBezTo>
                    <a:pt x="5856" y="525"/>
                    <a:pt x="5947" y="366"/>
                    <a:pt x="5902" y="229"/>
                  </a:cubicBezTo>
                  <a:lnTo>
                    <a:pt x="58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62"/>
            <p:cNvSpPr/>
            <p:nvPr/>
          </p:nvSpPr>
          <p:spPr>
            <a:xfrm>
              <a:off x="6897615" y="4338560"/>
              <a:ext cx="321850" cy="93399"/>
            </a:xfrm>
            <a:custGeom>
              <a:avLst/>
              <a:gdLst/>
              <a:ahLst/>
              <a:cxnLst/>
              <a:rect l="l" t="t" r="r" b="b"/>
              <a:pathLst>
                <a:path w="5114" h="1484" extrusionOk="0">
                  <a:moveTo>
                    <a:pt x="5022" y="0"/>
                  </a:moveTo>
                  <a:lnTo>
                    <a:pt x="46" y="1347"/>
                  </a:lnTo>
                  <a:cubicBezTo>
                    <a:pt x="24" y="1370"/>
                    <a:pt x="1" y="1393"/>
                    <a:pt x="1" y="1438"/>
                  </a:cubicBezTo>
                  <a:cubicBezTo>
                    <a:pt x="24" y="1461"/>
                    <a:pt x="46" y="1484"/>
                    <a:pt x="69" y="1484"/>
                  </a:cubicBezTo>
                  <a:lnTo>
                    <a:pt x="92" y="1484"/>
                  </a:lnTo>
                  <a:lnTo>
                    <a:pt x="5068" y="137"/>
                  </a:lnTo>
                  <a:cubicBezTo>
                    <a:pt x="5091" y="114"/>
                    <a:pt x="5114" y="91"/>
                    <a:pt x="5114" y="46"/>
                  </a:cubicBezTo>
                  <a:cubicBezTo>
                    <a:pt x="5091" y="0"/>
                    <a:pt x="5068" y="0"/>
                    <a:pt x="50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62"/>
            <p:cNvSpPr/>
            <p:nvPr/>
          </p:nvSpPr>
          <p:spPr>
            <a:xfrm>
              <a:off x="7085794" y="4251581"/>
              <a:ext cx="71935" cy="66903"/>
            </a:xfrm>
            <a:custGeom>
              <a:avLst/>
              <a:gdLst/>
              <a:ahLst/>
              <a:cxnLst/>
              <a:rect l="l" t="t" r="r" b="b"/>
              <a:pathLst>
                <a:path w="1143" h="1063" extrusionOk="0">
                  <a:moveTo>
                    <a:pt x="592" y="137"/>
                  </a:moveTo>
                  <a:cubicBezTo>
                    <a:pt x="740" y="137"/>
                    <a:pt x="893" y="221"/>
                    <a:pt x="960" y="355"/>
                  </a:cubicBezTo>
                  <a:cubicBezTo>
                    <a:pt x="1005" y="446"/>
                    <a:pt x="1005" y="560"/>
                    <a:pt x="960" y="652"/>
                  </a:cubicBezTo>
                  <a:cubicBezTo>
                    <a:pt x="937" y="766"/>
                    <a:pt x="868" y="834"/>
                    <a:pt x="777" y="880"/>
                  </a:cubicBezTo>
                  <a:cubicBezTo>
                    <a:pt x="717" y="907"/>
                    <a:pt x="655" y="920"/>
                    <a:pt x="595" y="920"/>
                  </a:cubicBezTo>
                  <a:cubicBezTo>
                    <a:pt x="450" y="920"/>
                    <a:pt x="317" y="843"/>
                    <a:pt x="252" y="697"/>
                  </a:cubicBezTo>
                  <a:cubicBezTo>
                    <a:pt x="161" y="492"/>
                    <a:pt x="229" y="264"/>
                    <a:pt x="435" y="172"/>
                  </a:cubicBezTo>
                  <a:cubicBezTo>
                    <a:pt x="484" y="148"/>
                    <a:pt x="537" y="137"/>
                    <a:pt x="592" y="137"/>
                  </a:cubicBezTo>
                  <a:close/>
                  <a:moveTo>
                    <a:pt x="608" y="0"/>
                  </a:moveTo>
                  <a:cubicBezTo>
                    <a:pt x="528" y="0"/>
                    <a:pt x="445" y="19"/>
                    <a:pt x="366" y="58"/>
                  </a:cubicBezTo>
                  <a:cubicBezTo>
                    <a:pt x="115" y="172"/>
                    <a:pt x="1" y="492"/>
                    <a:pt x="138" y="743"/>
                  </a:cubicBezTo>
                  <a:cubicBezTo>
                    <a:pt x="229" y="948"/>
                    <a:pt x="412" y="1063"/>
                    <a:pt x="594" y="1063"/>
                  </a:cubicBezTo>
                  <a:cubicBezTo>
                    <a:pt x="686" y="1063"/>
                    <a:pt x="754" y="1040"/>
                    <a:pt x="823" y="994"/>
                  </a:cubicBezTo>
                  <a:cubicBezTo>
                    <a:pt x="960" y="948"/>
                    <a:pt x="1051" y="834"/>
                    <a:pt x="1097" y="697"/>
                  </a:cubicBezTo>
                  <a:cubicBezTo>
                    <a:pt x="1142" y="583"/>
                    <a:pt x="1142" y="424"/>
                    <a:pt x="1074" y="309"/>
                  </a:cubicBezTo>
                  <a:cubicBezTo>
                    <a:pt x="992" y="114"/>
                    <a:pt x="807" y="0"/>
                    <a:pt x="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62"/>
            <p:cNvSpPr/>
            <p:nvPr/>
          </p:nvSpPr>
          <p:spPr>
            <a:xfrm>
              <a:off x="6963698" y="4263225"/>
              <a:ext cx="46068" cy="32287"/>
            </a:xfrm>
            <a:custGeom>
              <a:avLst/>
              <a:gdLst/>
              <a:ahLst/>
              <a:cxnLst/>
              <a:rect l="l" t="t" r="r" b="b"/>
              <a:pathLst>
                <a:path w="732" h="513" extrusionOk="0">
                  <a:moveTo>
                    <a:pt x="90" y="1"/>
                  </a:moveTo>
                  <a:cubicBezTo>
                    <a:pt x="67" y="1"/>
                    <a:pt x="40" y="17"/>
                    <a:pt x="24" y="33"/>
                  </a:cubicBezTo>
                  <a:cubicBezTo>
                    <a:pt x="1" y="56"/>
                    <a:pt x="1" y="102"/>
                    <a:pt x="46" y="124"/>
                  </a:cubicBezTo>
                  <a:lnTo>
                    <a:pt x="617" y="490"/>
                  </a:lnTo>
                  <a:cubicBezTo>
                    <a:pt x="640" y="490"/>
                    <a:pt x="640" y="512"/>
                    <a:pt x="663" y="512"/>
                  </a:cubicBezTo>
                  <a:cubicBezTo>
                    <a:pt x="686" y="512"/>
                    <a:pt x="686" y="490"/>
                    <a:pt x="708" y="467"/>
                  </a:cubicBezTo>
                  <a:cubicBezTo>
                    <a:pt x="731" y="444"/>
                    <a:pt x="731" y="398"/>
                    <a:pt x="686" y="375"/>
                  </a:cubicBezTo>
                  <a:lnTo>
                    <a:pt x="115" y="10"/>
                  </a:lnTo>
                  <a:cubicBezTo>
                    <a:pt x="108" y="4"/>
                    <a:pt x="100" y="1"/>
                    <a:pt x="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62"/>
            <p:cNvSpPr/>
            <p:nvPr/>
          </p:nvSpPr>
          <p:spPr>
            <a:xfrm>
              <a:off x="6946453" y="4291483"/>
              <a:ext cx="46068" cy="31343"/>
            </a:xfrm>
            <a:custGeom>
              <a:avLst/>
              <a:gdLst/>
              <a:ahLst/>
              <a:cxnLst/>
              <a:rect l="l" t="t" r="r" b="b"/>
              <a:pathLst>
                <a:path w="732" h="498" extrusionOk="0">
                  <a:moveTo>
                    <a:pt x="61" y="1"/>
                  </a:moveTo>
                  <a:cubicBezTo>
                    <a:pt x="47" y="1"/>
                    <a:pt x="35" y="6"/>
                    <a:pt x="24" y="18"/>
                  </a:cubicBezTo>
                  <a:cubicBezTo>
                    <a:pt x="1" y="63"/>
                    <a:pt x="1" y="86"/>
                    <a:pt x="47" y="109"/>
                  </a:cubicBezTo>
                  <a:lnTo>
                    <a:pt x="617" y="497"/>
                  </a:lnTo>
                  <a:lnTo>
                    <a:pt x="640" y="497"/>
                  </a:lnTo>
                  <a:cubicBezTo>
                    <a:pt x="663" y="497"/>
                    <a:pt x="686" y="497"/>
                    <a:pt x="708" y="474"/>
                  </a:cubicBezTo>
                  <a:cubicBezTo>
                    <a:pt x="731" y="429"/>
                    <a:pt x="708" y="406"/>
                    <a:pt x="686" y="383"/>
                  </a:cubicBezTo>
                  <a:lnTo>
                    <a:pt x="115" y="18"/>
                  </a:lnTo>
                  <a:cubicBezTo>
                    <a:pt x="92" y="6"/>
                    <a:pt x="75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62"/>
            <p:cNvSpPr/>
            <p:nvPr/>
          </p:nvSpPr>
          <p:spPr>
            <a:xfrm>
              <a:off x="6930656" y="4318420"/>
              <a:ext cx="46068" cy="31658"/>
            </a:xfrm>
            <a:custGeom>
              <a:avLst/>
              <a:gdLst/>
              <a:ahLst/>
              <a:cxnLst/>
              <a:rect l="l" t="t" r="r" b="b"/>
              <a:pathLst>
                <a:path w="732" h="503" extrusionOk="0">
                  <a:moveTo>
                    <a:pt x="115" y="1"/>
                  </a:moveTo>
                  <a:cubicBezTo>
                    <a:pt x="69" y="1"/>
                    <a:pt x="24" y="1"/>
                    <a:pt x="24" y="23"/>
                  </a:cubicBezTo>
                  <a:cubicBezTo>
                    <a:pt x="1" y="69"/>
                    <a:pt x="1" y="92"/>
                    <a:pt x="24" y="115"/>
                  </a:cubicBezTo>
                  <a:lnTo>
                    <a:pt x="617" y="503"/>
                  </a:lnTo>
                  <a:lnTo>
                    <a:pt x="640" y="503"/>
                  </a:lnTo>
                  <a:cubicBezTo>
                    <a:pt x="663" y="503"/>
                    <a:pt x="686" y="503"/>
                    <a:pt x="708" y="480"/>
                  </a:cubicBezTo>
                  <a:cubicBezTo>
                    <a:pt x="731" y="434"/>
                    <a:pt x="708" y="411"/>
                    <a:pt x="686" y="389"/>
                  </a:cubicBezTo>
                  <a:lnTo>
                    <a:pt x="1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62"/>
            <p:cNvSpPr/>
            <p:nvPr/>
          </p:nvSpPr>
          <p:spPr>
            <a:xfrm>
              <a:off x="6970872" y="4181973"/>
              <a:ext cx="38894" cy="74770"/>
            </a:xfrm>
            <a:custGeom>
              <a:avLst/>
              <a:gdLst/>
              <a:ahLst/>
              <a:cxnLst/>
              <a:rect l="l" t="t" r="r" b="b"/>
              <a:pathLst>
                <a:path w="618" h="1188" extrusionOk="0">
                  <a:moveTo>
                    <a:pt x="298" y="137"/>
                  </a:moveTo>
                  <a:cubicBezTo>
                    <a:pt x="343" y="137"/>
                    <a:pt x="389" y="160"/>
                    <a:pt x="412" y="183"/>
                  </a:cubicBezTo>
                  <a:cubicBezTo>
                    <a:pt x="457" y="206"/>
                    <a:pt x="480" y="251"/>
                    <a:pt x="480" y="297"/>
                  </a:cubicBezTo>
                  <a:cubicBezTo>
                    <a:pt x="480" y="411"/>
                    <a:pt x="412" y="868"/>
                    <a:pt x="343" y="1027"/>
                  </a:cubicBezTo>
                  <a:cubicBezTo>
                    <a:pt x="252" y="890"/>
                    <a:pt x="138" y="457"/>
                    <a:pt x="138" y="320"/>
                  </a:cubicBezTo>
                  <a:cubicBezTo>
                    <a:pt x="138" y="274"/>
                    <a:pt x="138" y="228"/>
                    <a:pt x="183" y="206"/>
                  </a:cubicBezTo>
                  <a:cubicBezTo>
                    <a:pt x="206" y="160"/>
                    <a:pt x="252" y="137"/>
                    <a:pt x="298" y="137"/>
                  </a:cubicBezTo>
                  <a:close/>
                  <a:moveTo>
                    <a:pt x="275" y="0"/>
                  </a:moveTo>
                  <a:cubicBezTo>
                    <a:pt x="206" y="23"/>
                    <a:pt x="138" y="46"/>
                    <a:pt x="69" y="114"/>
                  </a:cubicBezTo>
                  <a:cubicBezTo>
                    <a:pt x="24" y="183"/>
                    <a:pt x="1" y="251"/>
                    <a:pt x="1" y="343"/>
                  </a:cubicBezTo>
                  <a:cubicBezTo>
                    <a:pt x="1" y="388"/>
                    <a:pt x="138" y="1141"/>
                    <a:pt x="343" y="1187"/>
                  </a:cubicBezTo>
                  <a:lnTo>
                    <a:pt x="389" y="1187"/>
                  </a:lnTo>
                  <a:lnTo>
                    <a:pt x="412" y="1164"/>
                  </a:lnTo>
                  <a:cubicBezTo>
                    <a:pt x="526" y="1073"/>
                    <a:pt x="617" y="388"/>
                    <a:pt x="617" y="297"/>
                  </a:cubicBezTo>
                  <a:cubicBezTo>
                    <a:pt x="594" y="206"/>
                    <a:pt x="572" y="137"/>
                    <a:pt x="503" y="92"/>
                  </a:cubicBezTo>
                  <a:cubicBezTo>
                    <a:pt x="435" y="23"/>
                    <a:pt x="366" y="0"/>
                    <a:pt x="2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62"/>
            <p:cNvSpPr/>
            <p:nvPr/>
          </p:nvSpPr>
          <p:spPr>
            <a:xfrm>
              <a:off x="6926376" y="4220176"/>
              <a:ext cx="70424" cy="39399"/>
            </a:xfrm>
            <a:custGeom>
              <a:avLst/>
              <a:gdLst/>
              <a:ahLst/>
              <a:cxnLst/>
              <a:rect l="l" t="t" r="r" b="b"/>
              <a:pathLst>
                <a:path w="1119" h="626" extrusionOk="0">
                  <a:moveTo>
                    <a:pt x="366" y="146"/>
                  </a:moveTo>
                  <a:cubicBezTo>
                    <a:pt x="502" y="192"/>
                    <a:pt x="890" y="398"/>
                    <a:pt x="982" y="489"/>
                  </a:cubicBezTo>
                  <a:cubicBezTo>
                    <a:pt x="925" y="498"/>
                    <a:pt x="810" y="504"/>
                    <a:pt x="687" y="504"/>
                  </a:cubicBezTo>
                  <a:cubicBezTo>
                    <a:pt x="514" y="504"/>
                    <a:pt x="328" y="493"/>
                    <a:pt x="274" y="466"/>
                  </a:cubicBezTo>
                  <a:cubicBezTo>
                    <a:pt x="229" y="466"/>
                    <a:pt x="183" y="443"/>
                    <a:pt x="160" y="398"/>
                  </a:cubicBezTo>
                  <a:cubicBezTo>
                    <a:pt x="137" y="352"/>
                    <a:pt x="137" y="306"/>
                    <a:pt x="160" y="261"/>
                  </a:cubicBezTo>
                  <a:cubicBezTo>
                    <a:pt x="160" y="215"/>
                    <a:pt x="183" y="192"/>
                    <a:pt x="229" y="169"/>
                  </a:cubicBezTo>
                  <a:cubicBezTo>
                    <a:pt x="251" y="146"/>
                    <a:pt x="274" y="146"/>
                    <a:pt x="320" y="146"/>
                  </a:cubicBezTo>
                  <a:close/>
                  <a:moveTo>
                    <a:pt x="329" y="1"/>
                  </a:moveTo>
                  <a:cubicBezTo>
                    <a:pt x="273" y="1"/>
                    <a:pt x="210" y="22"/>
                    <a:pt x="160" y="55"/>
                  </a:cubicBezTo>
                  <a:cubicBezTo>
                    <a:pt x="92" y="78"/>
                    <a:pt x="46" y="146"/>
                    <a:pt x="23" y="238"/>
                  </a:cubicBezTo>
                  <a:cubicBezTo>
                    <a:pt x="0" y="306"/>
                    <a:pt x="0" y="398"/>
                    <a:pt x="46" y="466"/>
                  </a:cubicBezTo>
                  <a:cubicBezTo>
                    <a:pt x="92" y="534"/>
                    <a:pt x="160" y="580"/>
                    <a:pt x="229" y="603"/>
                  </a:cubicBezTo>
                  <a:cubicBezTo>
                    <a:pt x="251" y="603"/>
                    <a:pt x="480" y="626"/>
                    <a:pt x="685" y="626"/>
                  </a:cubicBezTo>
                  <a:cubicBezTo>
                    <a:pt x="890" y="626"/>
                    <a:pt x="1096" y="603"/>
                    <a:pt x="1119" y="534"/>
                  </a:cubicBezTo>
                  <a:cubicBezTo>
                    <a:pt x="1119" y="512"/>
                    <a:pt x="1119" y="489"/>
                    <a:pt x="1096" y="443"/>
                  </a:cubicBezTo>
                  <a:cubicBezTo>
                    <a:pt x="1005" y="261"/>
                    <a:pt x="480" y="32"/>
                    <a:pt x="388" y="10"/>
                  </a:cubicBezTo>
                  <a:cubicBezTo>
                    <a:pt x="370" y="3"/>
                    <a:pt x="350" y="1"/>
                    <a:pt x="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62"/>
            <p:cNvSpPr/>
            <p:nvPr/>
          </p:nvSpPr>
          <p:spPr>
            <a:xfrm>
              <a:off x="7207954" y="3084417"/>
              <a:ext cx="280124" cy="290268"/>
            </a:xfrm>
            <a:custGeom>
              <a:avLst/>
              <a:gdLst/>
              <a:ahLst/>
              <a:cxnLst/>
              <a:rect l="l" t="t" r="r" b="b"/>
              <a:pathLst>
                <a:path w="4451" h="4612" extrusionOk="0">
                  <a:moveTo>
                    <a:pt x="4337" y="1"/>
                  </a:moveTo>
                  <a:lnTo>
                    <a:pt x="0" y="4520"/>
                  </a:lnTo>
                  <a:lnTo>
                    <a:pt x="91" y="4611"/>
                  </a:lnTo>
                  <a:lnTo>
                    <a:pt x="4451" y="92"/>
                  </a:lnTo>
                  <a:lnTo>
                    <a:pt x="4337" y="1"/>
                  </a:lnTo>
                  <a:close/>
                </a:path>
              </a:pathLst>
            </a:custGeom>
            <a:solidFill>
              <a:srgbClr val="5B70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62"/>
            <p:cNvSpPr/>
            <p:nvPr/>
          </p:nvSpPr>
          <p:spPr>
            <a:xfrm>
              <a:off x="6753994" y="2785655"/>
              <a:ext cx="1173675" cy="1392052"/>
            </a:xfrm>
            <a:custGeom>
              <a:avLst/>
              <a:gdLst/>
              <a:ahLst/>
              <a:cxnLst/>
              <a:rect l="l" t="t" r="r" b="b"/>
              <a:pathLst>
                <a:path w="18649" h="22118" extrusionOk="0">
                  <a:moveTo>
                    <a:pt x="11139" y="0"/>
                  </a:moveTo>
                  <a:lnTo>
                    <a:pt x="3424" y="2351"/>
                  </a:lnTo>
                  <a:lnTo>
                    <a:pt x="3766" y="4360"/>
                  </a:lnTo>
                  <a:lnTo>
                    <a:pt x="959" y="8879"/>
                  </a:lnTo>
                  <a:cubicBezTo>
                    <a:pt x="183" y="10066"/>
                    <a:pt x="0" y="11550"/>
                    <a:pt x="434" y="12896"/>
                  </a:cubicBezTo>
                  <a:lnTo>
                    <a:pt x="3219" y="22118"/>
                  </a:lnTo>
                  <a:lnTo>
                    <a:pt x="6802" y="21159"/>
                  </a:lnTo>
                  <a:lnTo>
                    <a:pt x="4816" y="12120"/>
                  </a:lnTo>
                  <a:lnTo>
                    <a:pt x="6939" y="9998"/>
                  </a:lnTo>
                  <a:lnTo>
                    <a:pt x="8651" y="14951"/>
                  </a:lnTo>
                  <a:cubicBezTo>
                    <a:pt x="8993" y="15978"/>
                    <a:pt x="9906" y="16708"/>
                    <a:pt x="10979" y="16822"/>
                  </a:cubicBezTo>
                  <a:lnTo>
                    <a:pt x="18306" y="17644"/>
                  </a:lnTo>
                  <a:cubicBezTo>
                    <a:pt x="18318" y="17645"/>
                    <a:pt x="18329" y="17646"/>
                    <a:pt x="18341" y="17646"/>
                  </a:cubicBezTo>
                  <a:cubicBezTo>
                    <a:pt x="18509" y="17646"/>
                    <a:pt x="18649" y="17494"/>
                    <a:pt x="18649" y="17302"/>
                  </a:cubicBezTo>
                  <a:lnTo>
                    <a:pt x="18534" y="14083"/>
                  </a:lnTo>
                  <a:cubicBezTo>
                    <a:pt x="18534" y="13855"/>
                    <a:pt x="18375" y="13650"/>
                    <a:pt x="18146" y="13604"/>
                  </a:cubicBezTo>
                  <a:lnTo>
                    <a:pt x="12828" y="12508"/>
                  </a:lnTo>
                  <a:lnTo>
                    <a:pt x="11459" y="5387"/>
                  </a:lnTo>
                  <a:cubicBezTo>
                    <a:pt x="12326" y="4131"/>
                    <a:pt x="12463" y="2488"/>
                    <a:pt x="11710" y="1096"/>
                  </a:cubicBezTo>
                  <a:lnTo>
                    <a:pt x="11139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62"/>
            <p:cNvSpPr/>
            <p:nvPr/>
          </p:nvSpPr>
          <p:spPr>
            <a:xfrm>
              <a:off x="7186367" y="3119284"/>
              <a:ext cx="295983" cy="299897"/>
            </a:xfrm>
            <a:custGeom>
              <a:avLst/>
              <a:gdLst/>
              <a:ahLst/>
              <a:cxnLst/>
              <a:rect l="l" t="t" r="r" b="b"/>
              <a:pathLst>
                <a:path w="4703" h="4765" extrusionOk="0">
                  <a:moveTo>
                    <a:pt x="4611" y="0"/>
                  </a:moveTo>
                  <a:cubicBezTo>
                    <a:pt x="4594" y="0"/>
                    <a:pt x="4577" y="6"/>
                    <a:pt x="4566" y="17"/>
                  </a:cubicBezTo>
                  <a:lnTo>
                    <a:pt x="24" y="4651"/>
                  </a:lnTo>
                  <a:cubicBezTo>
                    <a:pt x="1" y="4674"/>
                    <a:pt x="1" y="4719"/>
                    <a:pt x="24" y="4742"/>
                  </a:cubicBezTo>
                  <a:cubicBezTo>
                    <a:pt x="46" y="4742"/>
                    <a:pt x="46" y="4765"/>
                    <a:pt x="69" y="4765"/>
                  </a:cubicBezTo>
                  <a:cubicBezTo>
                    <a:pt x="92" y="4765"/>
                    <a:pt x="115" y="4742"/>
                    <a:pt x="115" y="4742"/>
                  </a:cubicBezTo>
                  <a:lnTo>
                    <a:pt x="4657" y="109"/>
                  </a:lnTo>
                  <a:cubicBezTo>
                    <a:pt x="4703" y="86"/>
                    <a:pt x="4703" y="40"/>
                    <a:pt x="4657" y="17"/>
                  </a:cubicBezTo>
                  <a:cubicBezTo>
                    <a:pt x="4646" y="6"/>
                    <a:pt x="4629" y="0"/>
                    <a:pt x="4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62"/>
            <p:cNvSpPr/>
            <p:nvPr/>
          </p:nvSpPr>
          <p:spPr>
            <a:xfrm>
              <a:off x="7516783" y="3561353"/>
              <a:ext cx="76214" cy="21650"/>
            </a:xfrm>
            <a:custGeom>
              <a:avLst/>
              <a:gdLst/>
              <a:ahLst/>
              <a:cxnLst/>
              <a:rect l="l" t="t" r="r" b="b"/>
              <a:pathLst>
                <a:path w="1211" h="344" extrusionOk="0">
                  <a:moveTo>
                    <a:pt x="92" y="1"/>
                  </a:moveTo>
                  <a:cubicBezTo>
                    <a:pt x="46" y="1"/>
                    <a:pt x="23" y="24"/>
                    <a:pt x="23" y="46"/>
                  </a:cubicBezTo>
                  <a:cubicBezTo>
                    <a:pt x="1" y="92"/>
                    <a:pt x="23" y="138"/>
                    <a:pt x="69" y="138"/>
                  </a:cubicBezTo>
                  <a:lnTo>
                    <a:pt x="1119" y="343"/>
                  </a:lnTo>
                  <a:lnTo>
                    <a:pt x="1142" y="343"/>
                  </a:lnTo>
                  <a:cubicBezTo>
                    <a:pt x="1165" y="343"/>
                    <a:pt x="1210" y="320"/>
                    <a:pt x="1210" y="275"/>
                  </a:cubicBezTo>
                  <a:cubicBezTo>
                    <a:pt x="1210" y="252"/>
                    <a:pt x="1187" y="206"/>
                    <a:pt x="1165" y="206"/>
                  </a:cubicBezTo>
                  <a:lnTo>
                    <a:pt x="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62"/>
            <p:cNvSpPr/>
            <p:nvPr/>
          </p:nvSpPr>
          <p:spPr>
            <a:xfrm>
              <a:off x="6429305" y="1655057"/>
              <a:ext cx="136569" cy="247156"/>
            </a:xfrm>
            <a:custGeom>
              <a:avLst/>
              <a:gdLst/>
              <a:ahLst/>
              <a:cxnLst/>
              <a:rect l="l" t="t" r="r" b="b"/>
              <a:pathLst>
                <a:path w="2170" h="3927" extrusionOk="0">
                  <a:moveTo>
                    <a:pt x="320" y="1"/>
                  </a:moveTo>
                  <a:lnTo>
                    <a:pt x="320" y="138"/>
                  </a:lnTo>
                  <a:lnTo>
                    <a:pt x="1576" y="138"/>
                  </a:lnTo>
                  <a:cubicBezTo>
                    <a:pt x="1713" y="138"/>
                    <a:pt x="1827" y="183"/>
                    <a:pt x="1918" y="274"/>
                  </a:cubicBezTo>
                  <a:cubicBezTo>
                    <a:pt x="1987" y="366"/>
                    <a:pt x="2032" y="457"/>
                    <a:pt x="2032" y="571"/>
                  </a:cubicBezTo>
                  <a:lnTo>
                    <a:pt x="1987" y="1986"/>
                  </a:lnTo>
                  <a:cubicBezTo>
                    <a:pt x="1941" y="3014"/>
                    <a:pt x="1096" y="3812"/>
                    <a:pt x="46" y="3812"/>
                  </a:cubicBezTo>
                  <a:lnTo>
                    <a:pt x="1" y="3812"/>
                  </a:lnTo>
                  <a:lnTo>
                    <a:pt x="1" y="3927"/>
                  </a:lnTo>
                  <a:lnTo>
                    <a:pt x="46" y="3927"/>
                  </a:lnTo>
                  <a:cubicBezTo>
                    <a:pt x="1165" y="3927"/>
                    <a:pt x="2078" y="3082"/>
                    <a:pt x="2124" y="1986"/>
                  </a:cubicBezTo>
                  <a:lnTo>
                    <a:pt x="2169" y="594"/>
                  </a:lnTo>
                  <a:cubicBezTo>
                    <a:pt x="2169" y="434"/>
                    <a:pt x="2124" y="297"/>
                    <a:pt x="2009" y="183"/>
                  </a:cubicBezTo>
                  <a:cubicBezTo>
                    <a:pt x="1895" y="69"/>
                    <a:pt x="1735" y="1"/>
                    <a:pt x="1576" y="1"/>
                  </a:cubicBez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62"/>
            <p:cNvSpPr/>
            <p:nvPr/>
          </p:nvSpPr>
          <p:spPr>
            <a:xfrm>
              <a:off x="6429305" y="1655057"/>
              <a:ext cx="136569" cy="247156"/>
            </a:xfrm>
            <a:custGeom>
              <a:avLst/>
              <a:gdLst/>
              <a:ahLst/>
              <a:cxnLst/>
              <a:rect l="l" t="t" r="r" b="b"/>
              <a:pathLst>
                <a:path w="2170" h="3927" extrusionOk="0">
                  <a:moveTo>
                    <a:pt x="320" y="1"/>
                  </a:moveTo>
                  <a:lnTo>
                    <a:pt x="320" y="138"/>
                  </a:lnTo>
                  <a:lnTo>
                    <a:pt x="1576" y="138"/>
                  </a:lnTo>
                  <a:cubicBezTo>
                    <a:pt x="1713" y="138"/>
                    <a:pt x="1827" y="183"/>
                    <a:pt x="1918" y="274"/>
                  </a:cubicBezTo>
                  <a:cubicBezTo>
                    <a:pt x="1987" y="366"/>
                    <a:pt x="2032" y="457"/>
                    <a:pt x="2032" y="571"/>
                  </a:cubicBezTo>
                  <a:lnTo>
                    <a:pt x="1987" y="1986"/>
                  </a:lnTo>
                  <a:cubicBezTo>
                    <a:pt x="1941" y="3014"/>
                    <a:pt x="1096" y="3812"/>
                    <a:pt x="46" y="3812"/>
                  </a:cubicBezTo>
                  <a:lnTo>
                    <a:pt x="1" y="3812"/>
                  </a:lnTo>
                  <a:lnTo>
                    <a:pt x="1" y="3927"/>
                  </a:lnTo>
                  <a:lnTo>
                    <a:pt x="46" y="3927"/>
                  </a:lnTo>
                  <a:cubicBezTo>
                    <a:pt x="1165" y="3927"/>
                    <a:pt x="2078" y="3082"/>
                    <a:pt x="2124" y="1986"/>
                  </a:cubicBezTo>
                  <a:lnTo>
                    <a:pt x="2169" y="594"/>
                  </a:lnTo>
                  <a:cubicBezTo>
                    <a:pt x="2169" y="434"/>
                    <a:pt x="2124" y="297"/>
                    <a:pt x="2009" y="183"/>
                  </a:cubicBezTo>
                  <a:cubicBezTo>
                    <a:pt x="1895" y="69"/>
                    <a:pt x="1735" y="1"/>
                    <a:pt x="15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62"/>
            <p:cNvSpPr/>
            <p:nvPr/>
          </p:nvSpPr>
          <p:spPr>
            <a:xfrm>
              <a:off x="6460899" y="1740966"/>
              <a:ext cx="442559" cy="649704"/>
            </a:xfrm>
            <a:custGeom>
              <a:avLst/>
              <a:gdLst/>
              <a:ahLst/>
              <a:cxnLst/>
              <a:rect l="l" t="t" r="r" b="b"/>
              <a:pathLst>
                <a:path w="7032" h="10323" extrusionOk="0">
                  <a:moveTo>
                    <a:pt x="1886" y="1"/>
                  </a:moveTo>
                  <a:cubicBezTo>
                    <a:pt x="1874" y="1"/>
                    <a:pt x="1862" y="2"/>
                    <a:pt x="1850" y="5"/>
                  </a:cubicBezTo>
                  <a:lnTo>
                    <a:pt x="1804" y="28"/>
                  </a:lnTo>
                  <a:cubicBezTo>
                    <a:pt x="1667" y="74"/>
                    <a:pt x="1576" y="188"/>
                    <a:pt x="1576" y="325"/>
                  </a:cubicBezTo>
                  <a:lnTo>
                    <a:pt x="1576" y="987"/>
                  </a:lnTo>
                  <a:lnTo>
                    <a:pt x="1507" y="1169"/>
                  </a:lnTo>
                  <a:lnTo>
                    <a:pt x="1" y="1420"/>
                  </a:lnTo>
                  <a:lnTo>
                    <a:pt x="1" y="1466"/>
                  </a:lnTo>
                  <a:cubicBezTo>
                    <a:pt x="1" y="1900"/>
                    <a:pt x="115" y="2333"/>
                    <a:pt x="343" y="2698"/>
                  </a:cubicBezTo>
                  <a:lnTo>
                    <a:pt x="1233" y="7104"/>
                  </a:lnTo>
                  <a:cubicBezTo>
                    <a:pt x="1256" y="7286"/>
                    <a:pt x="1302" y="7515"/>
                    <a:pt x="1348" y="7720"/>
                  </a:cubicBezTo>
                  <a:cubicBezTo>
                    <a:pt x="1507" y="8565"/>
                    <a:pt x="2146" y="9227"/>
                    <a:pt x="2968" y="9409"/>
                  </a:cubicBezTo>
                  <a:lnTo>
                    <a:pt x="7031" y="10322"/>
                  </a:lnTo>
                  <a:lnTo>
                    <a:pt x="6072" y="6693"/>
                  </a:lnTo>
                  <a:lnTo>
                    <a:pt x="3881" y="6351"/>
                  </a:lnTo>
                  <a:lnTo>
                    <a:pt x="2124" y="2105"/>
                  </a:lnTo>
                  <a:cubicBezTo>
                    <a:pt x="2261" y="2014"/>
                    <a:pt x="2352" y="1831"/>
                    <a:pt x="2306" y="1649"/>
                  </a:cubicBezTo>
                  <a:lnTo>
                    <a:pt x="2146" y="1032"/>
                  </a:lnTo>
                  <a:lnTo>
                    <a:pt x="2055" y="142"/>
                  </a:lnTo>
                  <a:cubicBezTo>
                    <a:pt x="2035" y="63"/>
                    <a:pt x="1964" y="1"/>
                    <a:pt x="1886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62"/>
            <p:cNvSpPr/>
            <p:nvPr/>
          </p:nvSpPr>
          <p:spPr>
            <a:xfrm>
              <a:off x="6482486" y="1744176"/>
              <a:ext cx="67592" cy="106427"/>
            </a:xfrm>
            <a:custGeom>
              <a:avLst/>
              <a:gdLst/>
              <a:ahLst/>
              <a:cxnLst/>
              <a:rect l="l" t="t" r="r" b="b"/>
              <a:pathLst>
                <a:path w="1074" h="1691" extrusionOk="0">
                  <a:moveTo>
                    <a:pt x="332" y="1"/>
                  </a:moveTo>
                  <a:cubicBezTo>
                    <a:pt x="302" y="1"/>
                    <a:pt x="273" y="8"/>
                    <a:pt x="251" y="23"/>
                  </a:cubicBezTo>
                  <a:lnTo>
                    <a:pt x="137" y="91"/>
                  </a:lnTo>
                  <a:cubicBezTo>
                    <a:pt x="46" y="160"/>
                    <a:pt x="0" y="296"/>
                    <a:pt x="46" y="411"/>
                  </a:cubicBezTo>
                  <a:lnTo>
                    <a:pt x="708" y="1643"/>
                  </a:lnTo>
                  <a:cubicBezTo>
                    <a:pt x="722" y="1671"/>
                    <a:pt x="754" y="1691"/>
                    <a:pt x="786" y="1691"/>
                  </a:cubicBezTo>
                  <a:cubicBezTo>
                    <a:pt x="807" y="1691"/>
                    <a:pt x="827" y="1683"/>
                    <a:pt x="845" y="1666"/>
                  </a:cubicBezTo>
                  <a:lnTo>
                    <a:pt x="913" y="1620"/>
                  </a:lnTo>
                  <a:cubicBezTo>
                    <a:pt x="1027" y="1552"/>
                    <a:pt x="1073" y="1392"/>
                    <a:pt x="1005" y="1278"/>
                  </a:cubicBezTo>
                  <a:lnTo>
                    <a:pt x="617" y="365"/>
                  </a:lnTo>
                  <a:lnTo>
                    <a:pt x="502" y="114"/>
                  </a:lnTo>
                  <a:cubicBezTo>
                    <a:pt x="471" y="36"/>
                    <a:pt x="397" y="1"/>
                    <a:pt x="332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62"/>
            <p:cNvSpPr/>
            <p:nvPr/>
          </p:nvSpPr>
          <p:spPr>
            <a:xfrm>
              <a:off x="6516975" y="1724603"/>
              <a:ext cx="61802" cy="104917"/>
            </a:xfrm>
            <a:custGeom>
              <a:avLst/>
              <a:gdLst/>
              <a:ahLst/>
              <a:cxnLst/>
              <a:rect l="l" t="t" r="r" b="b"/>
              <a:pathLst>
                <a:path w="982" h="1667" extrusionOk="0">
                  <a:moveTo>
                    <a:pt x="270" y="1"/>
                  </a:moveTo>
                  <a:cubicBezTo>
                    <a:pt x="226" y="1"/>
                    <a:pt x="181" y="12"/>
                    <a:pt x="137" y="37"/>
                  </a:cubicBezTo>
                  <a:cubicBezTo>
                    <a:pt x="46" y="105"/>
                    <a:pt x="0" y="219"/>
                    <a:pt x="46" y="334"/>
                  </a:cubicBezTo>
                  <a:lnTo>
                    <a:pt x="594" y="1612"/>
                  </a:lnTo>
                  <a:cubicBezTo>
                    <a:pt x="610" y="1645"/>
                    <a:pt x="651" y="1666"/>
                    <a:pt x="690" y="1666"/>
                  </a:cubicBezTo>
                  <a:cubicBezTo>
                    <a:pt x="704" y="1666"/>
                    <a:pt x="718" y="1664"/>
                    <a:pt x="731" y="1657"/>
                  </a:cubicBezTo>
                  <a:lnTo>
                    <a:pt x="799" y="1612"/>
                  </a:lnTo>
                  <a:cubicBezTo>
                    <a:pt x="936" y="1543"/>
                    <a:pt x="982" y="1406"/>
                    <a:pt x="936" y="1269"/>
                  </a:cubicBezTo>
                  <a:lnTo>
                    <a:pt x="571" y="288"/>
                  </a:lnTo>
                  <a:lnTo>
                    <a:pt x="548" y="197"/>
                  </a:lnTo>
                  <a:cubicBezTo>
                    <a:pt x="498" y="81"/>
                    <a:pt x="388" y="1"/>
                    <a:pt x="270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62"/>
            <p:cNvSpPr/>
            <p:nvPr/>
          </p:nvSpPr>
          <p:spPr>
            <a:xfrm>
              <a:off x="6459514" y="1765637"/>
              <a:ext cx="60355" cy="95854"/>
            </a:xfrm>
            <a:custGeom>
              <a:avLst/>
              <a:gdLst/>
              <a:ahLst/>
              <a:cxnLst/>
              <a:rect l="l" t="t" r="r" b="b"/>
              <a:pathLst>
                <a:path w="959" h="1523" extrusionOk="0">
                  <a:moveTo>
                    <a:pt x="306" y="0"/>
                  </a:moveTo>
                  <a:cubicBezTo>
                    <a:pt x="280" y="0"/>
                    <a:pt x="253" y="8"/>
                    <a:pt x="228" y="24"/>
                  </a:cubicBezTo>
                  <a:lnTo>
                    <a:pt x="114" y="92"/>
                  </a:lnTo>
                  <a:cubicBezTo>
                    <a:pt x="23" y="161"/>
                    <a:pt x="0" y="275"/>
                    <a:pt x="46" y="366"/>
                  </a:cubicBezTo>
                  <a:lnTo>
                    <a:pt x="616" y="1485"/>
                  </a:lnTo>
                  <a:cubicBezTo>
                    <a:pt x="630" y="1512"/>
                    <a:pt x="659" y="1523"/>
                    <a:pt x="685" y="1523"/>
                  </a:cubicBezTo>
                  <a:cubicBezTo>
                    <a:pt x="704" y="1523"/>
                    <a:pt x="721" y="1517"/>
                    <a:pt x="730" y="1508"/>
                  </a:cubicBezTo>
                  <a:lnTo>
                    <a:pt x="799" y="1462"/>
                  </a:lnTo>
                  <a:cubicBezTo>
                    <a:pt x="913" y="1393"/>
                    <a:pt x="959" y="1257"/>
                    <a:pt x="890" y="1142"/>
                  </a:cubicBezTo>
                  <a:lnTo>
                    <a:pt x="571" y="412"/>
                  </a:lnTo>
                  <a:lnTo>
                    <a:pt x="411" y="70"/>
                  </a:lnTo>
                  <a:cubicBezTo>
                    <a:pt x="396" y="25"/>
                    <a:pt x="353" y="0"/>
                    <a:pt x="30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62"/>
            <p:cNvSpPr/>
            <p:nvPr/>
          </p:nvSpPr>
          <p:spPr>
            <a:xfrm>
              <a:off x="6439375" y="1788672"/>
              <a:ext cx="53243" cy="77161"/>
            </a:xfrm>
            <a:custGeom>
              <a:avLst/>
              <a:gdLst/>
              <a:ahLst/>
              <a:cxnLst/>
              <a:rect l="l" t="t" r="r" b="b"/>
              <a:pathLst>
                <a:path w="846" h="1226" extrusionOk="0">
                  <a:moveTo>
                    <a:pt x="343" y="0"/>
                  </a:moveTo>
                  <a:lnTo>
                    <a:pt x="115" y="114"/>
                  </a:lnTo>
                  <a:cubicBezTo>
                    <a:pt x="23" y="160"/>
                    <a:pt x="1" y="251"/>
                    <a:pt x="46" y="343"/>
                  </a:cubicBezTo>
                  <a:lnTo>
                    <a:pt x="548" y="1187"/>
                  </a:lnTo>
                  <a:cubicBezTo>
                    <a:pt x="562" y="1214"/>
                    <a:pt x="583" y="1225"/>
                    <a:pt x="607" y="1225"/>
                  </a:cubicBezTo>
                  <a:cubicBezTo>
                    <a:pt x="625" y="1225"/>
                    <a:pt x="644" y="1220"/>
                    <a:pt x="662" y="1210"/>
                  </a:cubicBezTo>
                  <a:lnTo>
                    <a:pt x="708" y="1187"/>
                  </a:lnTo>
                  <a:cubicBezTo>
                    <a:pt x="822" y="1119"/>
                    <a:pt x="845" y="1005"/>
                    <a:pt x="799" y="936"/>
                  </a:cubicBezTo>
                  <a:lnTo>
                    <a:pt x="34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62"/>
            <p:cNvSpPr/>
            <p:nvPr/>
          </p:nvSpPr>
          <p:spPr>
            <a:xfrm>
              <a:off x="7364540" y="1355100"/>
              <a:ext cx="482711" cy="960867"/>
            </a:xfrm>
            <a:custGeom>
              <a:avLst/>
              <a:gdLst/>
              <a:ahLst/>
              <a:cxnLst/>
              <a:rect l="l" t="t" r="r" b="b"/>
              <a:pathLst>
                <a:path w="7670" h="15267" extrusionOk="0">
                  <a:moveTo>
                    <a:pt x="3774" y="1"/>
                  </a:moveTo>
                  <a:cubicBezTo>
                    <a:pt x="3721" y="1"/>
                    <a:pt x="3669" y="38"/>
                    <a:pt x="3652" y="87"/>
                  </a:cubicBezTo>
                  <a:cubicBezTo>
                    <a:pt x="3606" y="156"/>
                    <a:pt x="3606" y="293"/>
                    <a:pt x="3606" y="361"/>
                  </a:cubicBezTo>
                  <a:cubicBezTo>
                    <a:pt x="3721" y="909"/>
                    <a:pt x="3835" y="1480"/>
                    <a:pt x="3972" y="2005"/>
                  </a:cubicBezTo>
                  <a:cubicBezTo>
                    <a:pt x="3969" y="2007"/>
                    <a:pt x="3967" y="2008"/>
                    <a:pt x="3963" y="2008"/>
                  </a:cubicBezTo>
                  <a:cubicBezTo>
                    <a:pt x="3868" y="2008"/>
                    <a:pt x="3347" y="1057"/>
                    <a:pt x="3104" y="704"/>
                  </a:cubicBezTo>
                  <a:cubicBezTo>
                    <a:pt x="3071" y="654"/>
                    <a:pt x="2991" y="617"/>
                    <a:pt x="2932" y="617"/>
                  </a:cubicBezTo>
                  <a:cubicBezTo>
                    <a:pt x="2909" y="617"/>
                    <a:pt x="2889" y="622"/>
                    <a:pt x="2876" y="635"/>
                  </a:cubicBezTo>
                  <a:cubicBezTo>
                    <a:pt x="2808" y="658"/>
                    <a:pt x="2785" y="772"/>
                    <a:pt x="2808" y="818"/>
                  </a:cubicBezTo>
                  <a:cubicBezTo>
                    <a:pt x="3059" y="1571"/>
                    <a:pt x="3538" y="2233"/>
                    <a:pt x="3766" y="2986"/>
                  </a:cubicBezTo>
                  <a:cubicBezTo>
                    <a:pt x="3789" y="3032"/>
                    <a:pt x="3812" y="3100"/>
                    <a:pt x="3766" y="3123"/>
                  </a:cubicBezTo>
                  <a:cubicBezTo>
                    <a:pt x="3755" y="3135"/>
                    <a:pt x="3743" y="3140"/>
                    <a:pt x="3729" y="3140"/>
                  </a:cubicBezTo>
                  <a:cubicBezTo>
                    <a:pt x="3715" y="3140"/>
                    <a:pt x="3698" y="3135"/>
                    <a:pt x="3675" y="3123"/>
                  </a:cubicBezTo>
                  <a:cubicBezTo>
                    <a:pt x="3492" y="3100"/>
                    <a:pt x="3424" y="2826"/>
                    <a:pt x="3310" y="2689"/>
                  </a:cubicBezTo>
                  <a:cubicBezTo>
                    <a:pt x="3190" y="2570"/>
                    <a:pt x="3018" y="2503"/>
                    <a:pt x="2855" y="2503"/>
                  </a:cubicBezTo>
                  <a:cubicBezTo>
                    <a:pt x="2831" y="2503"/>
                    <a:pt x="2808" y="2504"/>
                    <a:pt x="2785" y="2507"/>
                  </a:cubicBezTo>
                  <a:cubicBezTo>
                    <a:pt x="2762" y="2507"/>
                    <a:pt x="2716" y="2530"/>
                    <a:pt x="2716" y="2575"/>
                  </a:cubicBezTo>
                  <a:cubicBezTo>
                    <a:pt x="2693" y="2598"/>
                    <a:pt x="2716" y="2621"/>
                    <a:pt x="2716" y="2644"/>
                  </a:cubicBezTo>
                  <a:cubicBezTo>
                    <a:pt x="2922" y="2941"/>
                    <a:pt x="3127" y="3237"/>
                    <a:pt x="3333" y="3511"/>
                  </a:cubicBezTo>
                  <a:cubicBezTo>
                    <a:pt x="3515" y="3808"/>
                    <a:pt x="3721" y="4082"/>
                    <a:pt x="3994" y="4264"/>
                  </a:cubicBezTo>
                  <a:lnTo>
                    <a:pt x="4428" y="8898"/>
                  </a:lnTo>
                  <a:lnTo>
                    <a:pt x="0" y="12824"/>
                  </a:lnTo>
                  <a:lnTo>
                    <a:pt x="2785" y="15266"/>
                  </a:lnTo>
                  <a:lnTo>
                    <a:pt x="6414" y="12116"/>
                  </a:lnTo>
                  <a:cubicBezTo>
                    <a:pt x="7304" y="11180"/>
                    <a:pt x="7669" y="9879"/>
                    <a:pt x="7395" y="8624"/>
                  </a:cubicBezTo>
                  <a:lnTo>
                    <a:pt x="5935" y="3739"/>
                  </a:lnTo>
                  <a:cubicBezTo>
                    <a:pt x="5935" y="3694"/>
                    <a:pt x="5935" y="3694"/>
                    <a:pt x="5935" y="3671"/>
                  </a:cubicBezTo>
                  <a:cubicBezTo>
                    <a:pt x="5912" y="3625"/>
                    <a:pt x="5935" y="3580"/>
                    <a:pt x="5957" y="3534"/>
                  </a:cubicBezTo>
                  <a:cubicBezTo>
                    <a:pt x="6049" y="3260"/>
                    <a:pt x="5980" y="2941"/>
                    <a:pt x="5889" y="2667"/>
                  </a:cubicBezTo>
                  <a:cubicBezTo>
                    <a:pt x="5798" y="2393"/>
                    <a:pt x="5661" y="2119"/>
                    <a:pt x="5638" y="1822"/>
                  </a:cubicBezTo>
                  <a:cubicBezTo>
                    <a:pt x="5592" y="1434"/>
                    <a:pt x="5729" y="1023"/>
                    <a:pt x="5706" y="635"/>
                  </a:cubicBezTo>
                  <a:cubicBezTo>
                    <a:pt x="5684" y="544"/>
                    <a:pt x="5661" y="453"/>
                    <a:pt x="5592" y="407"/>
                  </a:cubicBezTo>
                  <a:cubicBezTo>
                    <a:pt x="5580" y="403"/>
                    <a:pt x="5566" y="401"/>
                    <a:pt x="5553" y="401"/>
                  </a:cubicBezTo>
                  <a:cubicBezTo>
                    <a:pt x="5492" y="401"/>
                    <a:pt x="5424" y="438"/>
                    <a:pt x="5387" y="475"/>
                  </a:cubicBezTo>
                  <a:cubicBezTo>
                    <a:pt x="5341" y="544"/>
                    <a:pt x="5341" y="612"/>
                    <a:pt x="5318" y="704"/>
                  </a:cubicBezTo>
                  <a:cubicBezTo>
                    <a:pt x="5250" y="1092"/>
                    <a:pt x="5159" y="1366"/>
                    <a:pt x="5044" y="1754"/>
                  </a:cubicBezTo>
                  <a:cubicBezTo>
                    <a:pt x="4953" y="1160"/>
                    <a:pt x="4930" y="704"/>
                    <a:pt x="4771" y="110"/>
                  </a:cubicBezTo>
                  <a:cubicBezTo>
                    <a:pt x="4749" y="45"/>
                    <a:pt x="4696" y="16"/>
                    <a:pt x="4641" y="16"/>
                  </a:cubicBezTo>
                  <a:cubicBezTo>
                    <a:pt x="4582" y="16"/>
                    <a:pt x="4520" y="51"/>
                    <a:pt x="4497" y="110"/>
                  </a:cubicBezTo>
                  <a:cubicBezTo>
                    <a:pt x="4474" y="224"/>
                    <a:pt x="4451" y="361"/>
                    <a:pt x="4451" y="475"/>
                  </a:cubicBezTo>
                  <a:cubicBezTo>
                    <a:pt x="4474" y="955"/>
                    <a:pt x="4474" y="1411"/>
                    <a:pt x="4474" y="1868"/>
                  </a:cubicBezTo>
                  <a:cubicBezTo>
                    <a:pt x="4428" y="1685"/>
                    <a:pt x="4017" y="316"/>
                    <a:pt x="3926" y="133"/>
                  </a:cubicBezTo>
                  <a:cubicBezTo>
                    <a:pt x="3926" y="110"/>
                    <a:pt x="3858" y="42"/>
                    <a:pt x="3835" y="19"/>
                  </a:cubicBezTo>
                  <a:cubicBezTo>
                    <a:pt x="3816" y="6"/>
                    <a:pt x="3795" y="1"/>
                    <a:pt x="3774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62"/>
            <p:cNvSpPr/>
            <p:nvPr/>
          </p:nvSpPr>
          <p:spPr>
            <a:xfrm>
              <a:off x="7595768" y="1545421"/>
              <a:ext cx="38894" cy="32161"/>
            </a:xfrm>
            <a:custGeom>
              <a:avLst/>
              <a:gdLst/>
              <a:ahLst/>
              <a:cxnLst/>
              <a:rect l="l" t="t" r="r" b="b"/>
              <a:pathLst>
                <a:path w="618" h="511" extrusionOk="0">
                  <a:moveTo>
                    <a:pt x="125" y="1"/>
                  </a:moveTo>
                  <a:cubicBezTo>
                    <a:pt x="82" y="1"/>
                    <a:pt x="53" y="8"/>
                    <a:pt x="47" y="8"/>
                  </a:cubicBezTo>
                  <a:cubicBezTo>
                    <a:pt x="24" y="8"/>
                    <a:pt x="1" y="54"/>
                    <a:pt x="1" y="76"/>
                  </a:cubicBezTo>
                  <a:cubicBezTo>
                    <a:pt x="18" y="110"/>
                    <a:pt x="34" y="131"/>
                    <a:pt x="60" y="131"/>
                  </a:cubicBezTo>
                  <a:cubicBezTo>
                    <a:pt x="69" y="131"/>
                    <a:pt x="80" y="128"/>
                    <a:pt x="92" y="122"/>
                  </a:cubicBezTo>
                  <a:cubicBezTo>
                    <a:pt x="92" y="122"/>
                    <a:pt x="100" y="120"/>
                    <a:pt x="115" y="120"/>
                  </a:cubicBezTo>
                  <a:cubicBezTo>
                    <a:pt x="177" y="120"/>
                    <a:pt x="351" y="150"/>
                    <a:pt x="480" y="464"/>
                  </a:cubicBezTo>
                  <a:cubicBezTo>
                    <a:pt x="480" y="487"/>
                    <a:pt x="526" y="510"/>
                    <a:pt x="549" y="510"/>
                  </a:cubicBezTo>
                  <a:cubicBezTo>
                    <a:pt x="549" y="510"/>
                    <a:pt x="549" y="487"/>
                    <a:pt x="572" y="487"/>
                  </a:cubicBezTo>
                  <a:cubicBezTo>
                    <a:pt x="594" y="487"/>
                    <a:pt x="617" y="442"/>
                    <a:pt x="594" y="396"/>
                  </a:cubicBezTo>
                  <a:cubicBezTo>
                    <a:pt x="446" y="49"/>
                    <a:pt x="237" y="1"/>
                    <a:pt x="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62"/>
            <p:cNvSpPr/>
            <p:nvPr/>
          </p:nvSpPr>
          <p:spPr>
            <a:xfrm>
              <a:off x="7634600" y="1872001"/>
              <a:ext cx="20139" cy="96294"/>
            </a:xfrm>
            <a:custGeom>
              <a:avLst/>
              <a:gdLst/>
              <a:ahLst/>
              <a:cxnLst/>
              <a:rect l="l" t="t" r="r" b="b"/>
              <a:pathLst>
                <a:path w="320" h="1530" extrusionOk="0">
                  <a:moveTo>
                    <a:pt x="69" y="0"/>
                  </a:moveTo>
                  <a:cubicBezTo>
                    <a:pt x="23" y="0"/>
                    <a:pt x="0" y="46"/>
                    <a:pt x="0" y="69"/>
                  </a:cubicBezTo>
                  <a:lnTo>
                    <a:pt x="183" y="1484"/>
                  </a:lnTo>
                  <a:cubicBezTo>
                    <a:pt x="206" y="1507"/>
                    <a:pt x="228" y="1529"/>
                    <a:pt x="251" y="1529"/>
                  </a:cubicBezTo>
                  <a:lnTo>
                    <a:pt x="274" y="1529"/>
                  </a:lnTo>
                  <a:cubicBezTo>
                    <a:pt x="297" y="1529"/>
                    <a:pt x="320" y="1484"/>
                    <a:pt x="320" y="1461"/>
                  </a:cubicBezTo>
                  <a:lnTo>
                    <a:pt x="137" y="69"/>
                  </a:lnTo>
                  <a:cubicBezTo>
                    <a:pt x="137" y="23"/>
                    <a:pt x="91" y="0"/>
                    <a:pt x="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62"/>
            <p:cNvSpPr/>
            <p:nvPr/>
          </p:nvSpPr>
          <p:spPr>
            <a:xfrm>
              <a:off x="6774070" y="2033371"/>
              <a:ext cx="867748" cy="926062"/>
            </a:xfrm>
            <a:custGeom>
              <a:avLst/>
              <a:gdLst/>
              <a:ahLst/>
              <a:cxnLst/>
              <a:rect l="l" t="t" r="r" b="b"/>
              <a:pathLst>
                <a:path w="13788" h="14714" extrusionOk="0">
                  <a:moveTo>
                    <a:pt x="11514" y="0"/>
                  </a:moveTo>
                  <a:cubicBezTo>
                    <a:pt x="11497" y="0"/>
                    <a:pt x="11478" y="6"/>
                    <a:pt x="11459" y="15"/>
                  </a:cubicBezTo>
                  <a:lnTo>
                    <a:pt x="11162" y="130"/>
                  </a:lnTo>
                  <a:cubicBezTo>
                    <a:pt x="9656" y="792"/>
                    <a:pt x="8035" y="1202"/>
                    <a:pt x="6392" y="1408"/>
                  </a:cubicBezTo>
                  <a:lnTo>
                    <a:pt x="4087" y="1682"/>
                  </a:lnTo>
                  <a:cubicBezTo>
                    <a:pt x="4081" y="1683"/>
                    <a:pt x="4071" y="1683"/>
                    <a:pt x="4057" y="1683"/>
                  </a:cubicBezTo>
                  <a:cubicBezTo>
                    <a:pt x="3717" y="1683"/>
                    <a:pt x="959" y="1428"/>
                    <a:pt x="389" y="1362"/>
                  </a:cubicBezTo>
                  <a:cubicBezTo>
                    <a:pt x="343" y="1362"/>
                    <a:pt x="298" y="1408"/>
                    <a:pt x="298" y="1453"/>
                  </a:cubicBezTo>
                  <a:lnTo>
                    <a:pt x="24" y="5630"/>
                  </a:lnTo>
                  <a:cubicBezTo>
                    <a:pt x="1" y="5676"/>
                    <a:pt x="46" y="5722"/>
                    <a:pt x="92" y="5745"/>
                  </a:cubicBezTo>
                  <a:lnTo>
                    <a:pt x="2466" y="6224"/>
                  </a:lnTo>
                  <a:cubicBezTo>
                    <a:pt x="2512" y="6224"/>
                    <a:pt x="2557" y="6270"/>
                    <a:pt x="2557" y="6315"/>
                  </a:cubicBezTo>
                  <a:lnTo>
                    <a:pt x="2557" y="14281"/>
                  </a:lnTo>
                  <a:cubicBezTo>
                    <a:pt x="2538" y="14530"/>
                    <a:pt x="2727" y="14714"/>
                    <a:pt x="2950" y="14714"/>
                  </a:cubicBezTo>
                  <a:cubicBezTo>
                    <a:pt x="2993" y="14714"/>
                    <a:pt x="3038" y="14707"/>
                    <a:pt x="3082" y="14692"/>
                  </a:cubicBezTo>
                  <a:lnTo>
                    <a:pt x="11322" y="12250"/>
                  </a:lnTo>
                  <a:cubicBezTo>
                    <a:pt x="11642" y="12158"/>
                    <a:pt x="11847" y="11839"/>
                    <a:pt x="11802" y="11519"/>
                  </a:cubicBezTo>
                  <a:lnTo>
                    <a:pt x="11071" y="5539"/>
                  </a:lnTo>
                  <a:cubicBezTo>
                    <a:pt x="11071" y="5494"/>
                    <a:pt x="11071" y="5471"/>
                    <a:pt x="11117" y="5448"/>
                  </a:cubicBezTo>
                  <a:lnTo>
                    <a:pt x="13719" y="3531"/>
                  </a:lnTo>
                  <a:cubicBezTo>
                    <a:pt x="13764" y="3485"/>
                    <a:pt x="13787" y="3439"/>
                    <a:pt x="13764" y="3394"/>
                  </a:cubicBezTo>
                  <a:lnTo>
                    <a:pt x="11573" y="38"/>
                  </a:lnTo>
                  <a:cubicBezTo>
                    <a:pt x="11560" y="12"/>
                    <a:pt x="11539" y="0"/>
                    <a:pt x="1151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62"/>
            <p:cNvSpPr/>
            <p:nvPr/>
          </p:nvSpPr>
          <p:spPr>
            <a:xfrm>
              <a:off x="6930656" y="2338867"/>
              <a:ext cx="11580" cy="162379"/>
            </a:xfrm>
            <a:custGeom>
              <a:avLst/>
              <a:gdLst/>
              <a:ahLst/>
              <a:cxnLst/>
              <a:rect l="l" t="t" r="r" b="b"/>
              <a:pathLst>
                <a:path w="184" h="2580" extrusionOk="0">
                  <a:moveTo>
                    <a:pt x="115" y="0"/>
                  </a:moveTo>
                  <a:cubicBezTo>
                    <a:pt x="92" y="0"/>
                    <a:pt x="69" y="23"/>
                    <a:pt x="69" y="46"/>
                  </a:cubicBezTo>
                  <a:lnTo>
                    <a:pt x="1" y="2511"/>
                  </a:lnTo>
                  <a:cubicBezTo>
                    <a:pt x="1" y="2534"/>
                    <a:pt x="24" y="2580"/>
                    <a:pt x="69" y="2580"/>
                  </a:cubicBezTo>
                  <a:cubicBezTo>
                    <a:pt x="92" y="2580"/>
                    <a:pt x="138" y="2534"/>
                    <a:pt x="138" y="2511"/>
                  </a:cubicBezTo>
                  <a:lnTo>
                    <a:pt x="183" y="69"/>
                  </a:lnTo>
                  <a:cubicBezTo>
                    <a:pt x="183" y="23"/>
                    <a:pt x="161" y="0"/>
                    <a:pt x="1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62"/>
            <p:cNvSpPr/>
            <p:nvPr/>
          </p:nvSpPr>
          <p:spPr>
            <a:xfrm>
              <a:off x="7450700" y="2264160"/>
              <a:ext cx="31656" cy="182519"/>
            </a:xfrm>
            <a:custGeom>
              <a:avLst/>
              <a:gdLst/>
              <a:ahLst/>
              <a:cxnLst/>
              <a:rect l="l" t="t" r="r" b="b"/>
              <a:pathLst>
                <a:path w="503" h="2900" extrusionOk="0">
                  <a:moveTo>
                    <a:pt x="46" y="0"/>
                  </a:moveTo>
                  <a:cubicBezTo>
                    <a:pt x="23" y="23"/>
                    <a:pt x="1" y="46"/>
                    <a:pt x="1" y="92"/>
                  </a:cubicBezTo>
                  <a:lnTo>
                    <a:pt x="366" y="2854"/>
                  </a:lnTo>
                  <a:cubicBezTo>
                    <a:pt x="389" y="2876"/>
                    <a:pt x="411" y="2899"/>
                    <a:pt x="434" y="2899"/>
                  </a:cubicBezTo>
                  <a:lnTo>
                    <a:pt x="457" y="2899"/>
                  </a:lnTo>
                  <a:cubicBezTo>
                    <a:pt x="480" y="2899"/>
                    <a:pt x="503" y="2854"/>
                    <a:pt x="503" y="2831"/>
                  </a:cubicBezTo>
                  <a:lnTo>
                    <a:pt x="137" y="69"/>
                  </a:lnTo>
                  <a:cubicBezTo>
                    <a:pt x="115" y="23"/>
                    <a:pt x="92" y="0"/>
                    <a:pt x="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62"/>
            <p:cNvSpPr/>
            <p:nvPr/>
          </p:nvSpPr>
          <p:spPr>
            <a:xfrm>
              <a:off x="6957971" y="1627743"/>
              <a:ext cx="387931" cy="369254"/>
            </a:xfrm>
            <a:custGeom>
              <a:avLst/>
              <a:gdLst/>
              <a:ahLst/>
              <a:cxnLst/>
              <a:rect l="l" t="t" r="r" b="b"/>
              <a:pathLst>
                <a:path w="6164" h="5867" extrusionOk="0">
                  <a:moveTo>
                    <a:pt x="1324" y="1"/>
                  </a:moveTo>
                  <a:cubicBezTo>
                    <a:pt x="640" y="1"/>
                    <a:pt x="69" y="572"/>
                    <a:pt x="69" y="1256"/>
                  </a:cubicBezTo>
                  <a:cubicBezTo>
                    <a:pt x="69" y="1530"/>
                    <a:pt x="160" y="1781"/>
                    <a:pt x="297" y="1987"/>
                  </a:cubicBezTo>
                  <a:cubicBezTo>
                    <a:pt x="115" y="2169"/>
                    <a:pt x="0" y="2420"/>
                    <a:pt x="0" y="2694"/>
                  </a:cubicBezTo>
                  <a:cubicBezTo>
                    <a:pt x="0" y="3265"/>
                    <a:pt x="457" y="3721"/>
                    <a:pt x="1028" y="3721"/>
                  </a:cubicBezTo>
                  <a:cubicBezTo>
                    <a:pt x="1461" y="3721"/>
                    <a:pt x="1826" y="3448"/>
                    <a:pt x="1986" y="3082"/>
                  </a:cubicBezTo>
                  <a:cubicBezTo>
                    <a:pt x="2055" y="3813"/>
                    <a:pt x="2648" y="4406"/>
                    <a:pt x="3356" y="4406"/>
                  </a:cubicBezTo>
                  <a:lnTo>
                    <a:pt x="3379" y="4406"/>
                  </a:lnTo>
                  <a:cubicBezTo>
                    <a:pt x="3356" y="4475"/>
                    <a:pt x="3356" y="4520"/>
                    <a:pt x="3356" y="4589"/>
                  </a:cubicBezTo>
                  <a:cubicBezTo>
                    <a:pt x="3356" y="5296"/>
                    <a:pt x="3904" y="5867"/>
                    <a:pt x="4611" y="5867"/>
                  </a:cubicBezTo>
                  <a:cubicBezTo>
                    <a:pt x="5296" y="5867"/>
                    <a:pt x="5867" y="5296"/>
                    <a:pt x="5867" y="4589"/>
                  </a:cubicBezTo>
                  <a:cubicBezTo>
                    <a:pt x="5867" y="4292"/>
                    <a:pt x="5752" y="3995"/>
                    <a:pt x="5547" y="3767"/>
                  </a:cubicBezTo>
                  <a:cubicBezTo>
                    <a:pt x="5912" y="3562"/>
                    <a:pt x="6163" y="3151"/>
                    <a:pt x="6163" y="2694"/>
                  </a:cubicBezTo>
                  <a:cubicBezTo>
                    <a:pt x="6163" y="2010"/>
                    <a:pt x="5593" y="1439"/>
                    <a:pt x="4908" y="1439"/>
                  </a:cubicBezTo>
                  <a:cubicBezTo>
                    <a:pt x="4748" y="1439"/>
                    <a:pt x="4611" y="1462"/>
                    <a:pt x="4497" y="1507"/>
                  </a:cubicBezTo>
                  <a:cubicBezTo>
                    <a:pt x="4497" y="1439"/>
                    <a:pt x="4520" y="1348"/>
                    <a:pt x="4520" y="1256"/>
                  </a:cubicBezTo>
                  <a:cubicBezTo>
                    <a:pt x="4520" y="572"/>
                    <a:pt x="3949" y="1"/>
                    <a:pt x="3264" y="1"/>
                  </a:cubicBezTo>
                  <a:cubicBezTo>
                    <a:pt x="2876" y="1"/>
                    <a:pt x="2511" y="184"/>
                    <a:pt x="2283" y="457"/>
                  </a:cubicBezTo>
                  <a:cubicBezTo>
                    <a:pt x="2055" y="184"/>
                    <a:pt x="1712" y="1"/>
                    <a:pt x="1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62"/>
            <p:cNvSpPr/>
            <p:nvPr/>
          </p:nvSpPr>
          <p:spPr>
            <a:xfrm>
              <a:off x="6956523" y="1741407"/>
              <a:ext cx="350548" cy="470961"/>
            </a:xfrm>
            <a:custGeom>
              <a:avLst/>
              <a:gdLst/>
              <a:ahLst/>
              <a:cxnLst/>
              <a:rect l="l" t="t" r="r" b="b"/>
              <a:pathLst>
                <a:path w="5570" h="7483" extrusionOk="0">
                  <a:moveTo>
                    <a:pt x="1408" y="1"/>
                  </a:moveTo>
                  <a:cubicBezTo>
                    <a:pt x="1220" y="1"/>
                    <a:pt x="1012" y="42"/>
                    <a:pt x="845" y="181"/>
                  </a:cubicBezTo>
                  <a:cubicBezTo>
                    <a:pt x="845" y="226"/>
                    <a:pt x="822" y="272"/>
                    <a:pt x="822" y="295"/>
                  </a:cubicBezTo>
                  <a:lnTo>
                    <a:pt x="229" y="2897"/>
                  </a:lnTo>
                  <a:cubicBezTo>
                    <a:pt x="1" y="3924"/>
                    <a:pt x="617" y="4928"/>
                    <a:pt x="1598" y="5134"/>
                  </a:cubicBezTo>
                  <a:lnTo>
                    <a:pt x="1758" y="5179"/>
                  </a:lnTo>
                  <a:lnTo>
                    <a:pt x="1918" y="6252"/>
                  </a:lnTo>
                  <a:cubicBezTo>
                    <a:pt x="2041" y="6969"/>
                    <a:pt x="2659" y="7483"/>
                    <a:pt x="3361" y="7483"/>
                  </a:cubicBezTo>
                  <a:cubicBezTo>
                    <a:pt x="3442" y="7483"/>
                    <a:pt x="3524" y="7476"/>
                    <a:pt x="3607" y="7462"/>
                  </a:cubicBezTo>
                  <a:lnTo>
                    <a:pt x="3630" y="7462"/>
                  </a:lnTo>
                  <a:cubicBezTo>
                    <a:pt x="4429" y="7348"/>
                    <a:pt x="5136" y="6777"/>
                    <a:pt x="5022" y="5978"/>
                  </a:cubicBezTo>
                  <a:lnTo>
                    <a:pt x="4520" y="3353"/>
                  </a:lnTo>
                  <a:lnTo>
                    <a:pt x="4703" y="3376"/>
                  </a:lnTo>
                  <a:cubicBezTo>
                    <a:pt x="4730" y="3379"/>
                    <a:pt x="4758" y="3381"/>
                    <a:pt x="4785" y="3381"/>
                  </a:cubicBezTo>
                  <a:cubicBezTo>
                    <a:pt x="5184" y="3381"/>
                    <a:pt x="5526" y="3075"/>
                    <a:pt x="5547" y="2669"/>
                  </a:cubicBezTo>
                  <a:lnTo>
                    <a:pt x="5547" y="2577"/>
                  </a:lnTo>
                  <a:cubicBezTo>
                    <a:pt x="5570" y="2395"/>
                    <a:pt x="5524" y="2212"/>
                    <a:pt x="5410" y="2075"/>
                  </a:cubicBezTo>
                  <a:cubicBezTo>
                    <a:pt x="5296" y="1893"/>
                    <a:pt x="5091" y="1756"/>
                    <a:pt x="4840" y="1756"/>
                  </a:cubicBezTo>
                  <a:lnTo>
                    <a:pt x="4611" y="1733"/>
                  </a:lnTo>
                  <a:lnTo>
                    <a:pt x="3493" y="1642"/>
                  </a:lnTo>
                  <a:lnTo>
                    <a:pt x="3561" y="295"/>
                  </a:lnTo>
                  <a:lnTo>
                    <a:pt x="3561" y="295"/>
                  </a:lnTo>
                  <a:cubicBezTo>
                    <a:pt x="3561" y="295"/>
                    <a:pt x="3314" y="391"/>
                    <a:pt x="2954" y="391"/>
                  </a:cubicBezTo>
                  <a:cubicBezTo>
                    <a:pt x="2659" y="391"/>
                    <a:pt x="2289" y="326"/>
                    <a:pt x="1918" y="89"/>
                  </a:cubicBezTo>
                  <a:cubicBezTo>
                    <a:pt x="1918" y="89"/>
                    <a:pt x="1684" y="1"/>
                    <a:pt x="140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62"/>
            <p:cNvSpPr/>
            <p:nvPr/>
          </p:nvSpPr>
          <p:spPr>
            <a:xfrm>
              <a:off x="7240995" y="1882385"/>
              <a:ext cx="30209" cy="38518"/>
            </a:xfrm>
            <a:custGeom>
              <a:avLst/>
              <a:gdLst/>
              <a:ahLst/>
              <a:cxnLst/>
              <a:rect l="l" t="t" r="r" b="b"/>
              <a:pathLst>
                <a:path w="480" h="612" extrusionOk="0">
                  <a:moveTo>
                    <a:pt x="411" y="1"/>
                  </a:moveTo>
                  <a:cubicBezTo>
                    <a:pt x="394" y="1"/>
                    <a:pt x="377" y="6"/>
                    <a:pt x="365" y="18"/>
                  </a:cubicBezTo>
                  <a:lnTo>
                    <a:pt x="0" y="383"/>
                  </a:lnTo>
                  <a:lnTo>
                    <a:pt x="320" y="611"/>
                  </a:lnTo>
                  <a:lnTo>
                    <a:pt x="365" y="611"/>
                  </a:lnTo>
                  <a:cubicBezTo>
                    <a:pt x="388" y="611"/>
                    <a:pt x="411" y="611"/>
                    <a:pt x="411" y="588"/>
                  </a:cubicBezTo>
                  <a:cubicBezTo>
                    <a:pt x="434" y="566"/>
                    <a:pt x="434" y="520"/>
                    <a:pt x="411" y="497"/>
                  </a:cubicBezTo>
                  <a:lnTo>
                    <a:pt x="205" y="360"/>
                  </a:lnTo>
                  <a:lnTo>
                    <a:pt x="457" y="109"/>
                  </a:lnTo>
                  <a:cubicBezTo>
                    <a:pt x="479" y="86"/>
                    <a:pt x="479" y="41"/>
                    <a:pt x="457" y="18"/>
                  </a:cubicBezTo>
                  <a:cubicBezTo>
                    <a:pt x="445" y="6"/>
                    <a:pt x="428" y="1"/>
                    <a:pt x="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62"/>
            <p:cNvSpPr/>
            <p:nvPr/>
          </p:nvSpPr>
          <p:spPr>
            <a:xfrm>
              <a:off x="6998187" y="1847266"/>
              <a:ext cx="24482" cy="22280"/>
            </a:xfrm>
            <a:custGeom>
              <a:avLst/>
              <a:gdLst/>
              <a:ahLst/>
              <a:cxnLst/>
              <a:rect l="l" t="t" r="r" b="b"/>
              <a:pathLst>
                <a:path w="389" h="354" extrusionOk="0">
                  <a:moveTo>
                    <a:pt x="215" y="1"/>
                  </a:moveTo>
                  <a:cubicBezTo>
                    <a:pt x="132" y="1"/>
                    <a:pt x="43" y="63"/>
                    <a:pt x="23" y="142"/>
                  </a:cubicBezTo>
                  <a:cubicBezTo>
                    <a:pt x="1" y="233"/>
                    <a:pt x="69" y="325"/>
                    <a:pt x="160" y="348"/>
                  </a:cubicBezTo>
                  <a:cubicBezTo>
                    <a:pt x="176" y="351"/>
                    <a:pt x="192" y="353"/>
                    <a:pt x="207" y="353"/>
                  </a:cubicBezTo>
                  <a:cubicBezTo>
                    <a:pt x="281" y="353"/>
                    <a:pt x="347" y="309"/>
                    <a:pt x="366" y="233"/>
                  </a:cubicBezTo>
                  <a:cubicBezTo>
                    <a:pt x="389" y="142"/>
                    <a:pt x="343" y="28"/>
                    <a:pt x="252" y="5"/>
                  </a:cubicBezTo>
                  <a:cubicBezTo>
                    <a:pt x="240" y="2"/>
                    <a:pt x="227" y="1"/>
                    <a:pt x="215" y="1"/>
                  </a:cubicBez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62"/>
            <p:cNvSpPr/>
            <p:nvPr/>
          </p:nvSpPr>
          <p:spPr>
            <a:xfrm>
              <a:off x="7081515" y="1855952"/>
              <a:ext cx="25929" cy="23539"/>
            </a:xfrm>
            <a:custGeom>
              <a:avLst/>
              <a:gdLst/>
              <a:ahLst/>
              <a:cxnLst/>
              <a:rect l="l" t="t" r="r" b="b"/>
              <a:pathLst>
                <a:path w="412" h="374" extrusionOk="0">
                  <a:moveTo>
                    <a:pt x="199" y="1"/>
                  </a:moveTo>
                  <a:cubicBezTo>
                    <a:pt x="115" y="1"/>
                    <a:pt x="23" y="82"/>
                    <a:pt x="23" y="164"/>
                  </a:cubicBezTo>
                  <a:cubicBezTo>
                    <a:pt x="0" y="278"/>
                    <a:pt x="92" y="369"/>
                    <a:pt x="183" y="369"/>
                  </a:cubicBezTo>
                  <a:cubicBezTo>
                    <a:pt x="198" y="372"/>
                    <a:pt x="212" y="374"/>
                    <a:pt x="226" y="374"/>
                  </a:cubicBezTo>
                  <a:cubicBezTo>
                    <a:pt x="319" y="374"/>
                    <a:pt x="388" y="309"/>
                    <a:pt x="388" y="210"/>
                  </a:cubicBezTo>
                  <a:cubicBezTo>
                    <a:pt x="411" y="118"/>
                    <a:pt x="343" y="27"/>
                    <a:pt x="229" y="4"/>
                  </a:cubicBezTo>
                  <a:cubicBezTo>
                    <a:pt x="219" y="2"/>
                    <a:pt x="209" y="1"/>
                    <a:pt x="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62"/>
            <p:cNvSpPr/>
            <p:nvPr/>
          </p:nvSpPr>
          <p:spPr>
            <a:xfrm>
              <a:off x="7018327" y="1983210"/>
              <a:ext cx="27314" cy="10951"/>
            </a:xfrm>
            <a:custGeom>
              <a:avLst/>
              <a:gdLst/>
              <a:ahLst/>
              <a:cxnLst/>
              <a:rect l="l" t="t" r="r" b="b"/>
              <a:pathLst>
                <a:path w="434" h="174" extrusionOk="0">
                  <a:moveTo>
                    <a:pt x="146" y="1"/>
                  </a:moveTo>
                  <a:cubicBezTo>
                    <a:pt x="88" y="1"/>
                    <a:pt x="46" y="14"/>
                    <a:pt x="46" y="14"/>
                  </a:cubicBezTo>
                  <a:cubicBezTo>
                    <a:pt x="23" y="36"/>
                    <a:pt x="0" y="36"/>
                    <a:pt x="23" y="59"/>
                  </a:cubicBezTo>
                  <a:cubicBezTo>
                    <a:pt x="23" y="82"/>
                    <a:pt x="23" y="82"/>
                    <a:pt x="46" y="82"/>
                  </a:cubicBezTo>
                  <a:lnTo>
                    <a:pt x="69" y="82"/>
                  </a:lnTo>
                  <a:cubicBezTo>
                    <a:pt x="69" y="82"/>
                    <a:pt x="107" y="67"/>
                    <a:pt x="161" y="67"/>
                  </a:cubicBezTo>
                  <a:cubicBezTo>
                    <a:pt x="223" y="67"/>
                    <a:pt x="304" y="87"/>
                    <a:pt x="365" y="173"/>
                  </a:cubicBezTo>
                  <a:lnTo>
                    <a:pt x="411" y="173"/>
                  </a:lnTo>
                  <a:cubicBezTo>
                    <a:pt x="411" y="151"/>
                    <a:pt x="434" y="128"/>
                    <a:pt x="411" y="128"/>
                  </a:cubicBezTo>
                  <a:cubicBezTo>
                    <a:pt x="333" y="23"/>
                    <a:pt x="225" y="1"/>
                    <a:pt x="1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62"/>
            <p:cNvSpPr/>
            <p:nvPr/>
          </p:nvSpPr>
          <p:spPr>
            <a:xfrm>
              <a:off x="7077172" y="1873826"/>
              <a:ext cx="28824" cy="12588"/>
            </a:xfrm>
            <a:custGeom>
              <a:avLst/>
              <a:gdLst/>
              <a:ahLst/>
              <a:cxnLst/>
              <a:rect l="l" t="t" r="r" b="b"/>
              <a:pathLst>
                <a:path w="458" h="200" extrusionOk="0">
                  <a:moveTo>
                    <a:pt x="193" y="1"/>
                  </a:moveTo>
                  <a:cubicBezTo>
                    <a:pt x="146" y="1"/>
                    <a:pt x="96" y="11"/>
                    <a:pt x="47" y="40"/>
                  </a:cubicBezTo>
                  <a:cubicBezTo>
                    <a:pt x="24" y="63"/>
                    <a:pt x="1" y="108"/>
                    <a:pt x="24" y="131"/>
                  </a:cubicBezTo>
                  <a:cubicBezTo>
                    <a:pt x="40" y="147"/>
                    <a:pt x="67" y="163"/>
                    <a:pt x="90" y="163"/>
                  </a:cubicBezTo>
                  <a:cubicBezTo>
                    <a:pt x="100" y="163"/>
                    <a:pt x="108" y="160"/>
                    <a:pt x="115" y="154"/>
                  </a:cubicBezTo>
                  <a:cubicBezTo>
                    <a:pt x="146" y="135"/>
                    <a:pt x="176" y="128"/>
                    <a:pt x="202" y="128"/>
                  </a:cubicBezTo>
                  <a:cubicBezTo>
                    <a:pt x="274" y="128"/>
                    <a:pt x="327" y="177"/>
                    <a:pt x="343" y="177"/>
                  </a:cubicBezTo>
                  <a:cubicBezTo>
                    <a:pt x="343" y="199"/>
                    <a:pt x="366" y="199"/>
                    <a:pt x="389" y="199"/>
                  </a:cubicBezTo>
                  <a:cubicBezTo>
                    <a:pt x="389" y="199"/>
                    <a:pt x="412" y="199"/>
                    <a:pt x="435" y="177"/>
                  </a:cubicBezTo>
                  <a:cubicBezTo>
                    <a:pt x="457" y="154"/>
                    <a:pt x="457" y="108"/>
                    <a:pt x="435" y="85"/>
                  </a:cubicBezTo>
                  <a:cubicBezTo>
                    <a:pt x="387" y="54"/>
                    <a:pt x="297" y="1"/>
                    <a:pt x="1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62"/>
            <p:cNvSpPr/>
            <p:nvPr/>
          </p:nvSpPr>
          <p:spPr>
            <a:xfrm>
              <a:off x="6993907" y="1863756"/>
              <a:ext cx="27314" cy="12588"/>
            </a:xfrm>
            <a:custGeom>
              <a:avLst/>
              <a:gdLst/>
              <a:ahLst/>
              <a:cxnLst/>
              <a:rect l="l" t="t" r="r" b="b"/>
              <a:pathLst>
                <a:path w="434" h="200" extrusionOk="0">
                  <a:moveTo>
                    <a:pt x="191" y="1"/>
                  </a:moveTo>
                  <a:cubicBezTo>
                    <a:pt x="145" y="1"/>
                    <a:pt x="95" y="12"/>
                    <a:pt x="46" y="40"/>
                  </a:cubicBezTo>
                  <a:cubicBezTo>
                    <a:pt x="23" y="63"/>
                    <a:pt x="0" y="108"/>
                    <a:pt x="23" y="131"/>
                  </a:cubicBezTo>
                  <a:cubicBezTo>
                    <a:pt x="39" y="147"/>
                    <a:pt x="67" y="163"/>
                    <a:pt x="89" y="163"/>
                  </a:cubicBezTo>
                  <a:cubicBezTo>
                    <a:pt x="99" y="163"/>
                    <a:pt x="108" y="161"/>
                    <a:pt x="114" y="154"/>
                  </a:cubicBezTo>
                  <a:cubicBezTo>
                    <a:pt x="150" y="132"/>
                    <a:pt x="182" y="124"/>
                    <a:pt x="209" y="124"/>
                  </a:cubicBezTo>
                  <a:cubicBezTo>
                    <a:pt x="267" y="124"/>
                    <a:pt x="304" y="161"/>
                    <a:pt x="320" y="177"/>
                  </a:cubicBezTo>
                  <a:cubicBezTo>
                    <a:pt x="320" y="200"/>
                    <a:pt x="342" y="200"/>
                    <a:pt x="365" y="200"/>
                  </a:cubicBezTo>
                  <a:cubicBezTo>
                    <a:pt x="388" y="200"/>
                    <a:pt x="388" y="200"/>
                    <a:pt x="411" y="177"/>
                  </a:cubicBezTo>
                  <a:cubicBezTo>
                    <a:pt x="434" y="154"/>
                    <a:pt x="434" y="131"/>
                    <a:pt x="411" y="86"/>
                  </a:cubicBezTo>
                  <a:cubicBezTo>
                    <a:pt x="379" y="54"/>
                    <a:pt x="294" y="1"/>
                    <a:pt x="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62"/>
            <p:cNvSpPr/>
            <p:nvPr/>
          </p:nvSpPr>
          <p:spPr>
            <a:xfrm>
              <a:off x="7052816" y="1911777"/>
              <a:ext cx="74074" cy="44812"/>
            </a:xfrm>
            <a:custGeom>
              <a:avLst/>
              <a:gdLst/>
              <a:ahLst/>
              <a:cxnLst/>
              <a:rect l="l" t="t" r="r" b="b"/>
              <a:pathLst>
                <a:path w="1177" h="712" extrusionOk="0">
                  <a:moveTo>
                    <a:pt x="948" y="0"/>
                  </a:moveTo>
                  <a:cubicBezTo>
                    <a:pt x="917" y="0"/>
                    <a:pt x="882" y="10"/>
                    <a:pt x="844" y="30"/>
                  </a:cubicBezTo>
                  <a:cubicBezTo>
                    <a:pt x="571" y="190"/>
                    <a:pt x="205" y="258"/>
                    <a:pt x="205" y="258"/>
                  </a:cubicBezTo>
                  <a:cubicBezTo>
                    <a:pt x="0" y="333"/>
                    <a:pt x="237" y="712"/>
                    <a:pt x="566" y="712"/>
                  </a:cubicBezTo>
                  <a:cubicBezTo>
                    <a:pt x="640" y="712"/>
                    <a:pt x="719" y="693"/>
                    <a:pt x="799" y="646"/>
                  </a:cubicBezTo>
                  <a:cubicBezTo>
                    <a:pt x="1177" y="428"/>
                    <a:pt x="1156" y="0"/>
                    <a:pt x="94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62"/>
            <p:cNvSpPr/>
            <p:nvPr/>
          </p:nvSpPr>
          <p:spPr>
            <a:xfrm>
              <a:off x="7018327" y="1838959"/>
              <a:ext cx="47453" cy="77602"/>
            </a:xfrm>
            <a:custGeom>
              <a:avLst/>
              <a:gdLst/>
              <a:ahLst/>
              <a:cxnLst/>
              <a:rect l="l" t="t" r="r" b="b"/>
              <a:pathLst>
                <a:path w="754" h="1233" extrusionOk="0">
                  <a:moveTo>
                    <a:pt x="685" y="0"/>
                  </a:moveTo>
                  <a:cubicBezTo>
                    <a:pt x="662" y="0"/>
                    <a:pt x="616" y="23"/>
                    <a:pt x="616" y="69"/>
                  </a:cubicBezTo>
                  <a:lnTo>
                    <a:pt x="502" y="571"/>
                  </a:lnTo>
                  <a:lnTo>
                    <a:pt x="274" y="525"/>
                  </a:lnTo>
                  <a:cubicBezTo>
                    <a:pt x="206" y="525"/>
                    <a:pt x="160" y="525"/>
                    <a:pt x="114" y="571"/>
                  </a:cubicBezTo>
                  <a:cubicBezTo>
                    <a:pt x="69" y="594"/>
                    <a:pt x="46" y="639"/>
                    <a:pt x="23" y="708"/>
                  </a:cubicBezTo>
                  <a:lnTo>
                    <a:pt x="23" y="753"/>
                  </a:lnTo>
                  <a:cubicBezTo>
                    <a:pt x="0" y="845"/>
                    <a:pt x="23" y="959"/>
                    <a:pt x="69" y="1027"/>
                  </a:cubicBezTo>
                  <a:cubicBezTo>
                    <a:pt x="114" y="1096"/>
                    <a:pt x="206" y="1164"/>
                    <a:pt x="297" y="1164"/>
                  </a:cubicBezTo>
                  <a:lnTo>
                    <a:pt x="571" y="1233"/>
                  </a:lnTo>
                  <a:cubicBezTo>
                    <a:pt x="616" y="1233"/>
                    <a:pt x="639" y="1210"/>
                    <a:pt x="639" y="1164"/>
                  </a:cubicBezTo>
                  <a:cubicBezTo>
                    <a:pt x="639" y="1141"/>
                    <a:pt x="616" y="1096"/>
                    <a:pt x="594" y="1096"/>
                  </a:cubicBezTo>
                  <a:lnTo>
                    <a:pt x="320" y="1050"/>
                  </a:lnTo>
                  <a:cubicBezTo>
                    <a:pt x="251" y="1027"/>
                    <a:pt x="206" y="1005"/>
                    <a:pt x="183" y="959"/>
                  </a:cubicBezTo>
                  <a:cubicBezTo>
                    <a:pt x="137" y="913"/>
                    <a:pt x="137" y="845"/>
                    <a:pt x="137" y="799"/>
                  </a:cubicBezTo>
                  <a:lnTo>
                    <a:pt x="160" y="731"/>
                  </a:lnTo>
                  <a:cubicBezTo>
                    <a:pt x="160" y="708"/>
                    <a:pt x="160" y="685"/>
                    <a:pt x="183" y="685"/>
                  </a:cubicBezTo>
                  <a:cubicBezTo>
                    <a:pt x="206" y="662"/>
                    <a:pt x="228" y="662"/>
                    <a:pt x="251" y="662"/>
                  </a:cubicBezTo>
                  <a:lnTo>
                    <a:pt x="616" y="731"/>
                  </a:lnTo>
                  <a:lnTo>
                    <a:pt x="731" y="92"/>
                  </a:lnTo>
                  <a:cubicBezTo>
                    <a:pt x="753" y="46"/>
                    <a:pt x="731" y="23"/>
                    <a:pt x="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62"/>
            <p:cNvSpPr/>
            <p:nvPr/>
          </p:nvSpPr>
          <p:spPr>
            <a:xfrm>
              <a:off x="6983837" y="1797546"/>
              <a:ext cx="53180" cy="24231"/>
            </a:xfrm>
            <a:custGeom>
              <a:avLst/>
              <a:gdLst/>
              <a:ahLst/>
              <a:cxnLst/>
              <a:rect l="l" t="t" r="r" b="b"/>
              <a:pathLst>
                <a:path w="845" h="385" extrusionOk="0">
                  <a:moveTo>
                    <a:pt x="534" y="1"/>
                  </a:moveTo>
                  <a:cubicBezTo>
                    <a:pt x="489" y="1"/>
                    <a:pt x="439" y="6"/>
                    <a:pt x="388" y="19"/>
                  </a:cubicBezTo>
                  <a:cubicBezTo>
                    <a:pt x="206" y="42"/>
                    <a:pt x="69" y="156"/>
                    <a:pt x="46" y="225"/>
                  </a:cubicBezTo>
                  <a:cubicBezTo>
                    <a:pt x="0" y="316"/>
                    <a:pt x="23" y="361"/>
                    <a:pt x="69" y="384"/>
                  </a:cubicBezTo>
                  <a:cubicBezTo>
                    <a:pt x="137" y="384"/>
                    <a:pt x="388" y="339"/>
                    <a:pt x="434" y="316"/>
                  </a:cubicBezTo>
                  <a:cubicBezTo>
                    <a:pt x="502" y="316"/>
                    <a:pt x="548" y="293"/>
                    <a:pt x="617" y="293"/>
                  </a:cubicBezTo>
                  <a:cubicBezTo>
                    <a:pt x="685" y="270"/>
                    <a:pt x="754" y="270"/>
                    <a:pt x="799" y="247"/>
                  </a:cubicBezTo>
                  <a:cubicBezTo>
                    <a:pt x="845" y="225"/>
                    <a:pt x="845" y="156"/>
                    <a:pt x="776" y="88"/>
                  </a:cubicBezTo>
                  <a:cubicBezTo>
                    <a:pt x="743" y="38"/>
                    <a:pt x="651" y="1"/>
                    <a:pt x="5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62"/>
            <p:cNvSpPr/>
            <p:nvPr/>
          </p:nvSpPr>
          <p:spPr>
            <a:xfrm>
              <a:off x="7085794" y="1805539"/>
              <a:ext cx="53243" cy="36315"/>
            </a:xfrm>
            <a:custGeom>
              <a:avLst/>
              <a:gdLst/>
              <a:ahLst/>
              <a:cxnLst/>
              <a:rect l="l" t="t" r="r" b="b"/>
              <a:pathLst>
                <a:path w="846" h="577" extrusionOk="0">
                  <a:moveTo>
                    <a:pt x="234" y="1"/>
                  </a:moveTo>
                  <a:cubicBezTo>
                    <a:pt x="177" y="1"/>
                    <a:pt x="128" y="11"/>
                    <a:pt x="92" y="29"/>
                  </a:cubicBezTo>
                  <a:cubicBezTo>
                    <a:pt x="1" y="52"/>
                    <a:pt x="1" y="120"/>
                    <a:pt x="47" y="166"/>
                  </a:cubicBezTo>
                  <a:cubicBezTo>
                    <a:pt x="69" y="212"/>
                    <a:pt x="138" y="257"/>
                    <a:pt x="206" y="280"/>
                  </a:cubicBezTo>
                  <a:cubicBezTo>
                    <a:pt x="275" y="303"/>
                    <a:pt x="320" y="349"/>
                    <a:pt x="389" y="371"/>
                  </a:cubicBezTo>
                  <a:cubicBezTo>
                    <a:pt x="435" y="417"/>
                    <a:pt x="503" y="440"/>
                    <a:pt x="549" y="486"/>
                  </a:cubicBezTo>
                  <a:cubicBezTo>
                    <a:pt x="617" y="508"/>
                    <a:pt x="686" y="554"/>
                    <a:pt x="731" y="577"/>
                  </a:cubicBezTo>
                  <a:cubicBezTo>
                    <a:pt x="800" y="577"/>
                    <a:pt x="845" y="531"/>
                    <a:pt x="823" y="440"/>
                  </a:cubicBezTo>
                  <a:cubicBezTo>
                    <a:pt x="823" y="326"/>
                    <a:pt x="708" y="189"/>
                    <a:pt x="549" y="98"/>
                  </a:cubicBezTo>
                  <a:cubicBezTo>
                    <a:pt x="437" y="28"/>
                    <a:pt x="325" y="1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92943317"/>
      </p:ext>
    </p:extLst>
  </p:cSld>
  <p:clrMapOvr>
    <a:masterClrMapping/>
  </p:clrMapOvr>
</p:sld>
</file>

<file path=ppt/theme/theme1.xml><?xml version="1.0" encoding="utf-8"?>
<a:theme xmlns:a="http://schemas.openxmlformats.org/drawingml/2006/main" name="Cool Startup Business Plan by Slidesgo">
  <a:themeElements>
    <a:clrScheme name="Simple Light">
      <a:dk1>
        <a:srgbClr val="000000"/>
      </a:dk1>
      <a:lt1>
        <a:srgbClr val="FFFFFF"/>
      </a:lt1>
      <a:dk2>
        <a:srgbClr val="20DD20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Microsoft Office PowerPoint</Application>
  <PresentationFormat>Экран (16:9)</PresentationFormat>
  <Paragraphs>31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Staatliches</vt:lpstr>
      <vt:lpstr>Cairo</vt:lpstr>
      <vt:lpstr>Bebas Neue</vt:lpstr>
      <vt:lpstr>Cascadia Code</vt:lpstr>
      <vt:lpstr>Cool Startup Business Plan by Slidesgo</vt:lpstr>
      <vt:lpstr>Обучающее Приложение “EzLearn”</vt:lpstr>
      <vt:lpstr>Идея проекта</vt:lpstr>
      <vt:lpstr>Проблема и решение</vt:lpstr>
      <vt:lpstr>Авторизация Пользователя</vt:lpstr>
      <vt:lpstr>Главное меню</vt:lpstr>
      <vt:lpstr>Главное меню обучения</vt:lpstr>
      <vt:lpstr>Карточки</vt:lpstr>
      <vt:lpstr>Письмо</vt:lpstr>
      <vt:lpstr>Заучивание</vt:lpstr>
      <vt:lpstr>Результаты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Обучающее Приложение “EzLearn”</dc:title>
  <cp:lastModifiedBy>Arslan battalov</cp:lastModifiedBy>
  <cp:revision>1</cp:revision>
  <dcterms:modified xsi:type="dcterms:W3CDTF">2021-11-08T11:56:21Z</dcterms:modified>
</cp:coreProperties>
</file>